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1"/>
  </p:sldMasterIdLst>
  <p:notesMasterIdLst>
    <p:notesMasterId r:id="rId34"/>
  </p:notesMasterIdLst>
  <p:handoutMasterIdLst>
    <p:handoutMasterId r:id="rId35"/>
  </p:handoutMasterIdLst>
  <p:sldIdLst>
    <p:sldId id="366" r:id="rId2"/>
    <p:sldId id="256" r:id="rId3"/>
    <p:sldId id="326" r:id="rId4"/>
    <p:sldId id="318" r:id="rId5"/>
    <p:sldId id="347" r:id="rId6"/>
    <p:sldId id="341" r:id="rId7"/>
    <p:sldId id="340" r:id="rId8"/>
    <p:sldId id="319" r:id="rId9"/>
    <p:sldId id="342" r:id="rId10"/>
    <p:sldId id="343" r:id="rId11"/>
    <p:sldId id="365" r:id="rId12"/>
    <p:sldId id="344" r:id="rId13"/>
    <p:sldId id="338" r:id="rId14"/>
    <p:sldId id="339" r:id="rId15"/>
    <p:sldId id="261" r:id="rId16"/>
    <p:sldId id="306" r:id="rId17"/>
    <p:sldId id="335" r:id="rId18"/>
    <p:sldId id="331" r:id="rId19"/>
    <p:sldId id="330" r:id="rId20"/>
    <p:sldId id="346" r:id="rId21"/>
    <p:sldId id="359" r:id="rId22"/>
    <p:sldId id="349" r:id="rId23"/>
    <p:sldId id="357" r:id="rId24"/>
    <p:sldId id="361" r:id="rId25"/>
    <p:sldId id="355" r:id="rId26"/>
    <p:sldId id="356" r:id="rId27"/>
    <p:sldId id="358" r:id="rId28"/>
    <p:sldId id="351" r:id="rId29"/>
    <p:sldId id="360" r:id="rId30"/>
    <p:sldId id="353" r:id="rId31"/>
    <p:sldId id="367" r:id="rId32"/>
    <p:sldId id="354" r:id="rId33"/>
  </p:sldIdLst>
  <p:sldSz cx="9906000" cy="6858000" type="A4"/>
  <p:notesSz cx="6858000" cy="9144000"/>
  <p:defaultTextStyle>
    <a:defPPr>
      <a:defRPr lang="es-ES_tradnl"/>
    </a:defPPr>
    <a:lvl1pPr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ADC4"/>
    <a:srgbClr val="AB7CAA"/>
    <a:srgbClr val="000000"/>
    <a:srgbClr val="0068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10"/>
    <p:restoredTop sz="94507"/>
  </p:normalViewPr>
  <p:slideViewPr>
    <p:cSldViewPr>
      <p:cViewPr>
        <p:scale>
          <a:sx n="122" d="100"/>
          <a:sy n="122" d="100"/>
        </p:scale>
        <p:origin x="944" y="-208"/>
      </p:cViewPr>
      <p:guideLst>
        <p:guide orient="horz" pos="2160"/>
        <p:guide pos="312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324C19-4762-5548-A782-3B3B383E2FF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Times" charset="0"/>
                <a:ea typeface="MS PGothic" charset="-128"/>
              </a:defRPr>
            </a:lvl1pPr>
          </a:lstStyle>
          <a:p>
            <a:pPr>
              <a:defRPr/>
            </a:pPr>
            <a:endParaRPr lang="es-ES_tradnl"/>
          </a:p>
        </p:txBody>
      </p:sp>
      <p:sp>
        <p:nvSpPr>
          <p:cNvPr id="3" name="Date Placeholder 2">
            <a:extLst>
              <a:ext uri="{FF2B5EF4-FFF2-40B4-BE49-F238E27FC236}">
                <a16:creationId xmlns:a16="http://schemas.microsoft.com/office/drawing/2014/main" id="{FE42BF74-3C83-4645-A953-99C330C14B6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atin typeface="Times" charset="0"/>
                <a:ea typeface="MS PGothic" charset="-128"/>
              </a:defRPr>
            </a:lvl1pPr>
          </a:lstStyle>
          <a:p>
            <a:pPr>
              <a:defRPr/>
            </a:pPr>
            <a:fld id="{3EE6EE3D-840B-0743-88A3-32226080B6F1}" type="datetimeFigureOut">
              <a:rPr lang="es-ES_tradnl"/>
              <a:pPr>
                <a:defRPr/>
              </a:pPr>
              <a:t>19/10/24</a:t>
            </a:fld>
            <a:endParaRPr lang="es-ES_tradnl"/>
          </a:p>
        </p:txBody>
      </p:sp>
      <p:sp>
        <p:nvSpPr>
          <p:cNvPr id="4" name="Footer Placeholder 3">
            <a:extLst>
              <a:ext uri="{FF2B5EF4-FFF2-40B4-BE49-F238E27FC236}">
                <a16:creationId xmlns:a16="http://schemas.microsoft.com/office/drawing/2014/main" id="{623A7949-45B0-864D-B252-17CED18103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atin typeface="Times" charset="0"/>
                <a:ea typeface="MS PGothic" charset="-128"/>
              </a:defRPr>
            </a:lvl1pPr>
          </a:lstStyle>
          <a:p>
            <a:pPr>
              <a:defRPr/>
            </a:pPr>
            <a:endParaRPr lang="es-ES_tradnl"/>
          </a:p>
        </p:txBody>
      </p:sp>
      <p:sp>
        <p:nvSpPr>
          <p:cNvPr id="5" name="Slide Number Placeholder 4">
            <a:extLst>
              <a:ext uri="{FF2B5EF4-FFF2-40B4-BE49-F238E27FC236}">
                <a16:creationId xmlns:a16="http://schemas.microsoft.com/office/drawing/2014/main" id="{A91AD2F5-75C5-0645-AD22-A6E46AE02201}"/>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98158529-559B-294D-BC18-93118730ED60}" type="slidenum">
              <a:rPr lang="es-ES_tradnl" altLang="en-PE"/>
              <a:pPr/>
              <a:t>‹#›</a:t>
            </a:fld>
            <a:endParaRPr lang="es-ES_tradnl" altLang="en-PE"/>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11F6EAB-02EA-A849-BA7A-26BAAB1EAD89}"/>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200">
                <a:latin typeface="Times" pitchFamily="2" charset="0"/>
                <a:ea typeface="MS PGothic" panose="020B0600070205080204" pitchFamily="34" charset="-128"/>
              </a:defRPr>
            </a:lvl1pPr>
          </a:lstStyle>
          <a:p>
            <a:pPr>
              <a:defRPr/>
            </a:pPr>
            <a:endParaRPr lang="en-US" altLang="en-US"/>
          </a:p>
        </p:txBody>
      </p:sp>
      <p:sp>
        <p:nvSpPr>
          <p:cNvPr id="9219" name="Rectangle 3">
            <a:extLst>
              <a:ext uri="{FF2B5EF4-FFF2-40B4-BE49-F238E27FC236}">
                <a16:creationId xmlns:a16="http://schemas.microsoft.com/office/drawing/2014/main" id="{09909D0B-6E8E-9748-9BE5-2E89B53BEB50}"/>
              </a:ext>
            </a:extLst>
          </p:cNvPr>
          <p:cNvSpPr>
            <a:spLocks noGrp="1" noChangeArrowheads="1"/>
          </p:cNvSpPr>
          <p:nvPr>
            <p:ph type="dt" idx="1"/>
          </p:nvPr>
        </p:nvSpPr>
        <p:spPr bwMode="auto">
          <a:xfrm>
            <a:off x="388620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200">
                <a:latin typeface="Times" pitchFamily="2" charset="0"/>
                <a:ea typeface="MS PGothic" panose="020B0600070205080204" pitchFamily="34" charset="-128"/>
              </a:defRPr>
            </a:lvl1pPr>
          </a:lstStyle>
          <a:p>
            <a:pPr>
              <a:defRPr/>
            </a:pPr>
            <a:endParaRPr lang="en-US" altLang="en-US"/>
          </a:p>
        </p:txBody>
      </p:sp>
      <p:sp>
        <p:nvSpPr>
          <p:cNvPr id="14340" name="Rectangle 4">
            <a:extLst>
              <a:ext uri="{FF2B5EF4-FFF2-40B4-BE49-F238E27FC236}">
                <a16:creationId xmlns:a16="http://schemas.microsoft.com/office/drawing/2014/main" id="{0BB61F4E-7CDE-3224-72AE-9E53853160B7}"/>
              </a:ext>
            </a:extLst>
          </p:cNvPr>
          <p:cNvSpPr>
            <a:spLocks noGrp="1" noRot="1" noChangeAspect="1" noChangeArrowheads="1" noTextEdit="1"/>
          </p:cNvSpPr>
          <p:nvPr>
            <p:ph type="sldImg" idx="2"/>
          </p:nvPr>
        </p:nvSpPr>
        <p:spPr bwMode="auto">
          <a:xfrm>
            <a:off x="952500" y="685800"/>
            <a:ext cx="4953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221" name="Rectangle 5">
            <a:extLst>
              <a:ext uri="{FF2B5EF4-FFF2-40B4-BE49-F238E27FC236}">
                <a16:creationId xmlns:a16="http://schemas.microsoft.com/office/drawing/2014/main" id="{64C3B859-13DF-5545-9F84-8DAD6056C501}"/>
              </a:ext>
            </a:extLst>
          </p:cNvPr>
          <p:cNvSpPr>
            <a:spLocks noGrp="1" noChangeArrowheads="1"/>
          </p:cNvSpPr>
          <p:nvPr>
            <p:ph type="body" sz="quarter" idx="3"/>
          </p:nvPr>
        </p:nvSpPr>
        <p:spPr bwMode="auto">
          <a:xfrm>
            <a:off x="914400" y="4343400"/>
            <a:ext cx="50292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s-ES_tradnl" altLang="en-US" noProof="0"/>
              <a:t>Haga clic para modificar el estilo de texto del patrón</a:t>
            </a:r>
          </a:p>
          <a:p>
            <a:pPr lvl="1"/>
            <a:r>
              <a:rPr lang="es-ES_tradnl" altLang="en-US" noProof="0"/>
              <a:t>Segundo nivel</a:t>
            </a:r>
          </a:p>
          <a:p>
            <a:pPr lvl="2"/>
            <a:r>
              <a:rPr lang="es-ES_tradnl" altLang="en-US" noProof="0"/>
              <a:t>Tercer nivel</a:t>
            </a:r>
          </a:p>
          <a:p>
            <a:pPr lvl="3"/>
            <a:r>
              <a:rPr lang="es-ES_tradnl" altLang="en-US" noProof="0"/>
              <a:t>Cuarto nivel</a:t>
            </a:r>
          </a:p>
          <a:p>
            <a:pPr lvl="4"/>
            <a:r>
              <a:rPr lang="es-ES_tradnl" altLang="en-US" noProof="0"/>
              <a:t>Quinto nivel</a:t>
            </a:r>
          </a:p>
        </p:txBody>
      </p:sp>
      <p:sp>
        <p:nvSpPr>
          <p:cNvPr id="9222" name="Rectangle 6">
            <a:extLst>
              <a:ext uri="{FF2B5EF4-FFF2-40B4-BE49-F238E27FC236}">
                <a16:creationId xmlns:a16="http://schemas.microsoft.com/office/drawing/2014/main" id="{912B880E-0C9F-874D-B76B-232433D3289F}"/>
              </a:ext>
            </a:extLst>
          </p:cNvPr>
          <p:cNvSpPr>
            <a:spLocks noGrp="1" noChangeArrowheads="1"/>
          </p:cNvSpPr>
          <p:nvPr>
            <p:ph type="ftr" sz="quarter" idx="4"/>
          </p:nvPr>
        </p:nvSpPr>
        <p:spPr bwMode="auto">
          <a:xfrm>
            <a:off x="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defRPr sz="1200">
                <a:latin typeface="Times" pitchFamily="2" charset="0"/>
                <a:ea typeface="MS PGothic" panose="020B0600070205080204" pitchFamily="34" charset="-128"/>
              </a:defRPr>
            </a:lvl1pPr>
          </a:lstStyle>
          <a:p>
            <a:pPr>
              <a:defRPr/>
            </a:pPr>
            <a:endParaRPr lang="en-US" altLang="en-US"/>
          </a:p>
        </p:txBody>
      </p:sp>
      <p:sp>
        <p:nvSpPr>
          <p:cNvPr id="9223" name="Rectangle 7">
            <a:extLst>
              <a:ext uri="{FF2B5EF4-FFF2-40B4-BE49-F238E27FC236}">
                <a16:creationId xmlns:a16="http://schemas.microsoft.com/office/drawing/2014/main" id="{5BE9F0EC-0A7B-2147-B76E-3E8900C16146}"/>
              </a:ext>
            </a:extLst>
          </p:cNvPr>
          <p:cNvSpPr>
            <a:spLocks noGrp="1" noChangeArrowheads="1"/>
          </p:cNvSpPr>
          <p:nvPr>
            <p:ph type="sldNum" sz="quarter" idx="5"/>
          </p:nvPr>
        </p:nvSpPr>
        <p:spPr bwMode="auto">
          <a:xfrm>
            <a:off x="3886200" y="8686800"/>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a:defRPr sz="1200"/>
            </a:lvl1pPr>
          </a:lstStyle>
          <a:p>
            <a:fld id="{8D47EF1D-CC37-FC4C-80AF-7DEAABD1B27C}" type="slidenum">
              <a:rPr lang="es-ES_tradnl" altLang="en-US"/>
              <a:pPr/>
              <a:t>‹#›</a:t>
            </a:fld>
            <a:endParaRPr lang="es-ES_tradnl"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charset="0"/>
        <a:ea typeface="ＭＳ Ｐゴシック" panose="020B0600070205080204" pitchFamily="34" charset="-128"/>
        <a:cs typeface="MS PGothic" charset="0"/>
      </a:defRPr>
    </a:lvl1pPr>
    <a:lvl2pPr marL="457200" algn="l" rtl="0" eaLnBrk="0" fontAlgn="base" hangingPunct="0">
      <a:spcBef>
        <a:spcPct val="30000"/>
      </a:spcBef>
      <a:spcAft>
        <a:spcPct val="0"/>
      </a:spcAft>
      <a:defRPr sz="1200" kern="1200">
        <a:solidFill>
          <a:schemeClr val="tx1"/>
        </a:solidFill>
        <a:latin typeface="Times" charset="0"/>
        <a:ea typeface="ＭＳ Ｐゴシック" panose="020B0600070205080204" pitchFamily="34" charset="-128"/>
        <a:cs typeface="MS PGothic" charset="0"/>
      </a:defRPr>
    </a:lvl2pPr>
    <a:lvl3pPr marL="914400" algn="l" rtl="0" eaLnBrk="0" fontAlgn="base" hangingPunct="0">
      <a:spcBef>
        <a:spcPct val="30000"/>
      </a:spcBef>
      <a:spcAft>
        <a:spcPct val="0"/>
      </a:spcAft>
      <a:defRPr sz="1200" kern="1200">
        <a:solidFill>
          <a:schemeClr val="tx1"/>
        </a:solidFill>
        <a:latin typeface="Times" charset="0"/>
        <a:ea typeface="ＭＳ Ｐゴシック" panose="020B0600070205080204" pitchFamily="34" charset="-128"/>
        <a:cs typeface="MS PGothic" charset="0"/>
      </a:defRPr>
    </a:lvl3pPr>
    <a:lvl4pPr marL="1371600" algn="l" rtl="0" eaLnBrk="0" fontAlgn="base" hangingPunct="0">
      <a:spcBef>
        <a:spcPct val="30000"/>
      </a:spcBef>
      <a:spcAft>
        <a:spcPct val="0"/>
      </a:spcAft>
      <a:defRPr sz="1200" kern="1200">
        <a:solidFill>
          <a:schemeClr val="tx1"/>
        </a:solidFill>
        <a:latin typeface="Times" charset="0"/>
        <a:ea typeface="ＭＳ Ｐゴシック" panose="020B0600070205080204" pitchFamily="34" charset="-128"/>
        <a:cs typeface="MS PGothic" charset="0"/>
      </a:defRPr>
    </a:lvl4pPr>
    <a:lvl5pPr marL="1828800" algn="l" rtl="0" eaLnBrk="0" fontAlgn="base" hangingPunct="0">
      <a:spcBef>
        <a:spcPct val="30000"/>
      </a:spcBef>
      <a:spcAft>
        <a:spcPct val="0"/>
      </a:spcAft>
      <a:defRPr sz="1200" kern="1200">
        <a:solidFill>
          <a:schemeClr val="tx1"/>
        </a:solidFill>
        <a:latin typeface="Times" charset="0"/>
        <a:ea typeface="ＭＳ Ｐゴシック" panose="020B0600070205080204" pitchFamily="34" charset="-128"/>
        <a:cs typeface="MS PGothic" charset="0"/>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7">
            <a:extLst>
              <a:ext uri="{FF2B5EF4-FFF2-40B4-BE49-F238E27FC236}">
                <a16:creationId xmlns:a16="http://schemas.microsoft.com/office/drawing/2014/main" id="{162FA99B-E317-8D29-0032-3363F21C9344}"/>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68692CAF-810C-6641-ACA6-90C240678D31}" type="slidenum">
              <a:rPr lang="es-ES" altLang="en-US" sz="1200"/>
              <a:pPr/>
              <a:t>4</a:t>
            </a:fld>
            <a:endParaRPr lang="es-ES" altLang="en-US" sz="1200"/>
          </a:p>
        </p:txBody>
      </p:sp>
      <p:sp>
        <p:nvSpPr>
          <p:cNvPr id="19458" name="Rectangle 2">
            <a:extLst>
              <a:ext uri="{FF2B5EF4-FFF2-40B4-BE49-F238E27FC236}">
                <a16:creationId xmlns:a16="http://schemas.microsoft.com/office/drawing/2014/main" id="{30364403-15CE-F95F-05F5-67E8032B5AF8}"/>
              </a:ext>
            </a:extLst>
          </p:cNvPr>
          <p:cNvSpPr>
            <a:spLocks noGrp="1" noRot="1" noChangeAspect="1" noChangeArrowheads="1" noTextEdit="1"/>
          </p:cNvSpPr>
          <p:nvPr>
            <p:ph type="sldImg"/>
          </p:nvPr>
        </p:nvSpPr>
        <p:spPr>
          <a:ln/>
        </p:spPr>
      </p:sp>
      <p:sp>
        <p:nvSpPr>
          <p:cNvPr id="19459" name="Rectangle 3">
            <a:extLst>
              <a:ext uri="{FF2B5EF4-FFF2-40B4-BE49-F238E27FC236}">
                <a16:creationId xmlns:a16="http://schemas.microsoft.com/office/drawing/2014/main" id="{F22C5FF7-30F5-B8AF-10DB-DF7D37E2076A}"/>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289498DE-2283-ED5B-A5B6-3A43F7CF99E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A28A8EC6-072E-1344-A3C6-D6BE968A508B}" type="slidenum">
              <a:rPr lang="es-ES" altLang="en-US" sz="1200"/>
              <a:pPr/>
              <a:t>5</a:t>
            </a:fld>
            <a:endParaRPr lang="es-ES" altLang="en-US" sz="1200"/>
          </a:p>
        </p:txBody>
      </p:sp>
      <p:sp>
        <p:nvSpPr>
          <p:cNvPr id="21506" name="Rectangle 2">
            <a:extLst>
              <a:ext uri="{FF2B5EF4-FFF2-40B4-BE49-F238E27FC236}">
                <a16:creationId xmlns:a16="http://schemas.microsoft.com/office/drawing/2014/main" id="{16F5AE75-29BD-30BC-6C55-8AC1B99EE708}"/>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DE9AE59D-14D7-5D56-ADB8-67DA12D62C28}"/>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60ED5C7A-9909-381C-4380-E33A6AF0935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D808CA27-0472-DF42-B2FA-DA756029B4E4}" type="slidenum">
              <a:rPr lang="es-ES" altLang="en-US" sz="1200"/>
              <a:pPr/>
              <a:t>6</a:t>
            </a:fld>
            <a:endParaRPr lang="es-ES" altLang="en-US" sz="1200"/>
          </a:p>
        </p:txBody>
      </p:sp>
      <p:sp>
        <p:nvSpPr>
          <p:cNvPr id="25602" name="Rectangle 2">
            <a:extLst>
              <a:ext uri="{FF2B5EF4-FFF2-40B4-BE49-F238E27FC236}">
                <a16:creationId xmlns:a16="http://schemas.microsoft.com/office/drawing/2014/main" id="{59F99B6D-5146-331A-266E-63E1FE09B2E6}"/>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371FC277-79E2-CEBF-A170-239649052971}"/>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B5DCBD1F-03A3-41ED-1B2B-326CF18D79DE}"/>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E190AB4A-574F-CA4D-B8E2-2B37E9DF87D0}" type="slidenum">
              <a:rPr lang="es-ES" altLang="en-US" sz="1200"/>
              <a:pPr/>
              <a:t>7</a:t>
            </a:fld>
            <a:endParaRPr lang="es-ES" altLang="en-US" sz="1200"/>
          </a:p>
        </p:txBody>
      </p:sp>
      <p:sp>
        <p:nvSpPr>
          <p:cNvPr id="27650" name="Rectangle 2">
            <a:extLst>
              <a:ext uri="{FF2B5EF4-FFF2-40B4-BE49-F238E27FC236}">
                <a16:creationId xmlns:a16="http://schemas.microsoft.com/office/drawing/2014/main" id="{989899E1-158B-2954-64E4-0F0BD9BD7AD2}"/>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B5C88451-BEFC-79F0-6FB3-3BF6BFB3083C}"/>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34AFFEA9-0441-9D33-6A4F-4EFCEA8F5011}"/>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B103676A-1525-6847-918D-C2341F548376}" type="slidenum">
              <a:rPr lang="es-ES" altLang="en-US" sz="1200"/>
              <a:pPr/>
              <a:t>8</a:t>
            </a:fld>
            <a:endParaRPr lang="es-ES" altLang="en-US" sz="1200"/>
          </a:p>
        </p:txBody>
      </p:sp>
      <p:sp>
        <p:nvSpPr>
          <p:cNvPr id="29698" name="Rectangle 2">
            <a:extLst>
              <a:ext uri="{FF2B5EF4-FFF2-40B4-BE49-F238E27FC236}">
                <a16:creationId xmlns:a16="http://schemas.microsoft.com/office/drawing/2014/main" id="{94296850-126F-4834-E522-794A2FC252E3}"/>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50F2C66F-2536-0BA0-F52A-77B79AB3284C}"/>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92DEAD36-DA8E-F9E9-76F9-3F27B9BCF5E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4286F366-34F6-6C4B-AFE8-4AC36F006230}" type="slidenum">
              <a:rPr lang="es-ES" altLang="en-US" sz="1200"/>
              <a:pPr/>
              <a:t>9</a:t>
            </a:fld>
            <a:endParaRPr lang="es-ES" altLang="en-US" sz="1200"/>
          </a:p>
        </p:txBody>
      </p:sp>
      <p:sp>
        <p:nvSpPr>
          <p:cNvPr id="31746" name="Rectangle 2">
            <a:extLst>
              <a:ext uri="{FF2B5EF4-FFF2-40B4-BE49-F238E27FC236}">
                <a16:creationId xmlns:a16="http://schemas.microsoft.com/office/drawing/2014/main" id="{B1176605-356B-08FD-DF5D-11E540D561E7}"/>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9C22D300-7D77-D285-3A83-B47802EC6FF3}"/>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7F55FDED-1102-731B-6EE0-01360F3C11EC}"/>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DC388487-8308-D548-9714-CCEFFA37A1D0}" type="slidenum">
              <a:rPr lang="es-ES" altLang="en-US" sz="1200"/>
              <a:pPr/>
              <a:t>10</a:t>
            </a:fld>
            <a:endParaRPr lang="es-ES" altLang="en-US" sz="1200"/>
          </a:p>
        </p:txBody>
      </p:sp>
      <p:sp>
        <p:nvSpPr>
          <p:cNvPr id="33794" name="Rectangle 2">
            <a:extLst>
              <a:ext uri="{FF2B5EF4-FFF2-40B4-BE49-F238E27FC236}">
                <a16:creationId xmlns:a16="http://schemas.microsoft.com/office/drawing/2014/main" id="{76A08570-0A18-B236-E331-85DFD159F299}"/>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4BA2F805-1B3D-0743-7276-F55574E934E3}"/>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7">
            <a:extLst>
              <a:ext uri="{FF2B5EF4-FFF2-40B4-BE49-F238E27FC236}">
                <a16:creationId xmlns:a16="http://schemas.microsoft.com/office/drawing/2014/main" id="{C2492988-D15B-D596-94B7-BA44CF5DD7A9}"/>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6D50E8C9-BA69-4745-A869-C819BF3E8BB4}" type="slidenum">
              <a:rPr lang="es-ES" altLang="en-US" sz="1200"/>
              <a:pPr/>
              <a:t>12</a:t>
            </a:fld>
            <a:endParaRPr lang="es-ES" altLang="en-US" sz="1200"/>
          </a:p>
        </p:txBody>
      </p:sp>
      <p:sp>
        <p:nvSpPr>
          <p:cNvPr id="36866" name="Rectangle 2">
            <a:extLst>
              <a:ext uri="{FF2B5EF4-FFF2-40B4-BE49-F238E27FC236}">
                <a16:creationId xmlns:a16="http://schemas.microsoft.com/office/drawing/2014/main" id="{98C62B5A-CD70-2452-9C2D-955D12CD6B5D}"/>
              </a:ext>
            </a:extLst>
          </p:cNvPr>
          <p:cNvSpPr>
            <a:spLocks noGrp="1" noRot="1" noChangeAspect="1" noChangeArrowheads="1" noTextEdit="1"/>
          </p:cNvSpPr>
          <p:nvPr>
            <p:ph type="sldImg"/>
          </p:nvPr>
        </p:nvSpPr>
        <p:spPr>
          <a:ln/>
        </p:spPr>
      </p:sp>
      <p:sp>
        <p:nvSpPr>
          <p:cNvPr id="36867" name="Rectangle 3">
            <a:extLst>
              <a:ext uri="{FF2B5EF4-FFF2-40B4-BE49-F238E27FC236}">
                <a16:creationId xmlns:a16="http://schemas.microsoft.com/office/drawing/2014/main" id="{7B318B94-8A53-A65E-1358-97D3A95D0509}"/>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dirty="0">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004AA923-AFAC-EC33-C66B-DE364F6BD1C3}"/>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lgn="r" eaLnBrk="1" hangingPunct="1"/>
            <a:fld id="{7ADCB79A-8E52-5545-BC8C-9A147A2FD69B}" type="slidenum">
              <a:rPr lang="es-ES" altLang="en-US" sz="1100">
                <a:latin typeface="Times New Roman" panose="02020603050405020304" pitchFamily="18" charset="0"/>
              </a:rPr>
              <a:pPr algn="r" eaLnBrk="1" hangingPunct="1"/>
              <a:t>14</a:t>
            </a:fld>
            <a:endParaRPr lang="es-ES" altLang="en-US" sz="1100">
              <a:latin typeface="Times New Roman" panose="02020603050405020304" pitchFamily="18" charset="0"/>
            </a:endParaRPr>
          </a:p>
        </p:txBody>
      </p:sp>
      <p:sp>
        <p:nvSpPr>
          <p:cNvPr id="39938" name="Rectangle 2">
            <a:extLst>
              <a:ext uri="{FF2B5EF4-FFF2-40B4-BE49-F238E27FC236}">
                <a16:creationId xmlns:a16="http://schemas.microsoft.com/office/drawing/2014/main" id="{E00D7E02-D1CB-9CCD-DDBA-5B39B90C2EE6}"/>
              </a:ext>
            </a:extLst>
          </p:cNvPr>
          <p:cNvSpPr>
            <a:spLocks noGrp="1" noRot="1" noChangeAspect="1" noChangeArrowheads="1" noTextEdit="1"/>
          </p:cNvSpPr>
          <p:nvPr>
            <p:ph type="sldImg"/>
          </p:nvPr>
        </p:nvSpPr>
        <p:spPr>
          <a:xfrm>
            <a:off x="954088" y="477838"/>
            <a:ext cx="4954587" cy="3432175"/>
          </a:xfrm>
          <a:solidFill>
            <a:srgbClr val="FFFFFF"/>
          </a:solidFill>
          <a:ln/>
        </p:spPr>
      </p:sp>
      <p:sp>
        <p:nvSpPr>
          <p:cNvPr id="39939" name="Rectangle 3">
            <a:extLst>
              <a:ext uri="{FF2B5EF4-FFF2-40B4-BE49-F238E27FC236}">
                <a16:creationId xmlns:a16="http://schemas.microsoft.com/office/drawing/2014/main" id="{61DD0630-10B5-6ECA-1FEF-4B19762A7718}"/>
              </a:ext>
            </a:extLst>
          </p:cNvPr>
          <p:cNvSpPr>
            <a:spLocks noGrp="1" noChangeArrowheads="1"/>
          </p:cNvSpPr>
          <p:nvPr>
            <p:ph type="body" idx="1"/>
          </p:nvPr>
        </p:nvSpPr>
        <p:spPr>
          <a:xfrm>
            <a:off x="228600" y="4076700"/>
            <a:ext cx="6400800" cy="41179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1" hangingPunct="1"/>
            <a:endParaRPr lang="es-PE" altLang="en-US" sz="1100">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a:extLst>
              <a:ext uri="{FF2B5EF4-FFF2-40B4-BE49-F238E27FC236}">
                <a16:creationId xmlns:a16="http://schemas.microsoft.com/office/drawing/2014/main" id="{7CC60554-9007-0BA5-E1BE-376C0780C9CC}"/>
              </a:ext>
            </a:extLst>
          </p:cNvPr>
          <p:cNvSpPr txBox="1">
            <a:spLocks noGrp="1" noChangeArrowheads="1"/>
          </p:cNvSpPr>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pPr algn="r" eaLnBrk="1" hangingPunct="1"/>
            <a:fld id="{68612BFF-E42F-DD45-A3A7-F35E3F0CC40F}" type="slidenum">
              <a:rPr lang="es-ES" altLang="en-US" sz="1100">
                <a:latin typeface="Times New Roman" panose="02020603050405020304" pitchFamily="18" charset="0"/>
              </a:rPr>
              <a:pPr algn="r" eaLnBrk="1" hangingPunct="1"/>
              <a:t>16</a:t>
            </a:fld>
            <a:endParaRPr lang="es-ES" altLang="en-US" sz="1100">
              <a:latin typeface="Times New Roman" panose="02020603050405020304" pitchFamily="18" charset="0"/>
            </a:endParaRPr>
          </a:p>
        </p:txBody>
      </p:sp>
      <p:sp>
        <p:nvSpPr>
          <p:cNvPr id="43010" name="Rectangle 2">
            <a:extLst>
              <a:ext uri="{FF2B5EF4-FFF2-40B4-BE49-F238E27FC236}">
                <a16:creationId xmlns:a16="http://schemas.microsoft.com/office/drawing/2014/main" id="{523C3823-DE71-81BA-2BB4-336420A5588D}"/>
              </a:ext>
            </a:extLst>
          </p:cNvPr>
          <p:cNvSpPr>
            <a:spLocks noGrp="1" noRot="1" noChangeAspect="1" noChangeArrowheads="1" noTextEdit="1"/>
          </p:cNvSpPr>
          <p:nvPr>
            <p:ph type="sldImg"/>
          </p:nvPr>
        </p:nvSpPr>
        <p:spPr>
          <a:xfrm>
            <a:off x="954088" y="477838"/>
            <a:ext cx="4954587" cy="3432175"/>
          </a:xfrm>
          <a:solidFill>
            <a:srgbClr val="FFFFFF"/>
          </a:solidFill>
          <a:ln/>
        </p:spPr>
      </p:sp>
      <p:sp>
        <p:nvSpPr>
          <p:cNvPr id="43011" name="Rectangle 3">
            <a:extLst>
              <a:ext uri="{FF2B5EF4-FFF2-40B4-BE49-F238E27FC236}">
                <a16:creationId xmlns:a16="http://schemas.microsoft.com/office/drawing/2014/main" id="{B5E6BECA-789A-D9D2-234E-EDDEC4CD054B}"/>
              </a:ext>
            </a:extLst>
          </p:cNvPr>
          <p:cNvSpPr>
            <a:spLocks noGrp="1" noChangeArrowheads="1"/>
          </p:cNvSpPr>
          <p:nvPr>
            <p:ph type="body" idx="1"/>
          </p:nvPr>
        </p:nvSpPr>
        <p:spPr>
          <a:xfrm>
            <a:off x="228600" y="4076700"/>
            <a:ext cx="6400800" cy="4117975"/>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algn="just" eaLnBrk="1" hangingPunct="1"/>
            <a:endParaRPr lang="es-PE" altLang="en-US" sz="1100">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D59F9115-3C10-0DA4-E214-3E2DB2AB061A}"/>
              </a:ext>
            </a:extLst>
          </p:cNvPr>
          <p:cNvSpPr>
            <a:spLocks noGrp="1" noRot="1" noChangeAspect="1" noChangeArrowheads="1" noTextEdit="1"/>
          </p:cNvSpPr>
          <p:nvPr>
            <p:ph type="sldImg"/>
          </p:nvPr>
        </p:nvSpPr>
        <p:spPr>
          <a:xfrm>
            <a:off x="952500" y="685800"/>
            <a:ext cx="4954588" cy="3429000"/>
          </a:xfrm>
          <a:solidFill>
            <a:srgbClr val="FFFFFF"/>
          </a:solidFill>
          <a:ln/>
        </p:spPr>
      </p:sp>
      <p:sp>
        <p:nvSpPr>
          <p:cNvPr id="45058" name="Rectangle 3">
            <a:extLst>
              <a:ext uri="{FF2B5EF4-FFF2-40B4-BE49-F238E27FC236}">
                <a16:creationId xmlns:a16="http://schemas.microsoft.com/office/drawing/2014/main" id="{E73AA8FF-EA71-F5CC-34B9-89051CAECAB3}"/>
              </a:ext>
            </a:extLst>
          </p:cNvPr>
          <p:cNvSpPr>
            <a:spLocks noGrp="1" noChangeArrowheads="1"/>
          </p:cNvSpPr>
          <p:nvPr>
            <p:ph type="body" idx="1"/>
          </p:nvPr>
        </p:nvSpPr>
        <p:spPr>
          <a:solidFill>
            <a:srgbClr val="FFFFFF"/>
          </a:solidFill>
          <a:ln>
            <a:solidFill>
              <a:srgbClr val="000000"/>
            </a:solidFill>
            <a:miter lim="800000"/>
            <a:headEnd/>
            <a:tailEnd/>
          </a:ln>
        </p:spPr>
        <p:txBody>
          <a:bodyPr/>
          <a:lstStyle/>
          <a:p>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a:extLst>
              <a:ext uri="{FF2B5EF4-FFF2-40B4-BE49-F238E27FC236}">
                <a16:creationId xmlns:a16="http://schemas.microsoft.com/office/drawing/2014/main" id="{3FE3E9F4-6B3D-49F8-20BA-0B5AE6EDCBA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21FB5183-6BA0-B849-AA4A-41BFF41841A4}" type="slidenum">
              <a:rPr lang="es-ES" altLang="en-US" sz="1200"/>
              <a:pPr/>
              <a:t>21</a:t>
            </a:fld>
            <a:endParaRPr lang="es-ES" altLang="en-US" sz="1200"/>
          </a:p>
        </p:txBody>
      </p:sp>
      <p:sp>
        <p:nvSpPr>
          <p:cNvPr id="64514" name="Rectangle 2">
            <a:extLst>
              <a:ext uri="{FF2B5EF4-FFF2-40B4-BE49-F238E27FC236}">
                <a16:creationId xmlns:a16="http://schemas.microsoft.com/office/drawing/2014/main" id="{2A136E80-F3A6-EDED-1652-E3E8D85CE3DF}"/>
              </a:ext>
            </a:extLst>
          </p:cNvPr>
          <p:cNvSpPr>
            <a:spLocks noGrp="1" noRot="1" noChangeAspect="1" noChangeArrowheads="1" noTextEdit="1"/>
          </p:cNvSpPr>
          <p:nvPr>
            <p:ph type="sldImg"/>
          </p:nvPr>
        </p:nvSpPr>
        <p:spPr>
          <a:ln/>
        </p:spPr>
      </p:sp>
      <p:sp>
        <p:nvSpPr>
          <p:cNvPr id="64515" name="Rectangle 3">
            <a:extLst>
              <a:ext uri="{FF2B5EF4-FFF2-40B4-BE49-F238E27FC236}">
                <a16:creationId xmlns:a16="http://schemas.microsoft.com/office/drawing/2014/main" id="{C7078BE8-E4A1-EDD5-02AF-8E3D6A293973}"/>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6EDCAE06-A624-5E8B-1E1B-D9819F7D296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CA4A5A0F-5D58-EC4A-B73E-BAFE6EB26462}" type="slidenum">
              <a:rPr lang="es-ES" altLang="en-US" sz="1200"/>
              <a:pPr/>
              <a:t>22</a:t>
            </a:fld>
            <a:endParaRPr lang="es-ES" altLang="en-US" sz="1200"/>
          </a:p>
        </p:txBody>
      </p:sp>
      <p:sp>
        <p:nvSpPr>
          <p:cNvPr id="50178" name="Rectangle 2">
            <a:extLst>
              <a:ext uri="{FF2B5EF4-FFF2-40B4-BE49-F238E27FC236}">
                <a16:creationId xmlns:a16="http://schemas.microsoft.com/office/drawing/2014/main" id="{E311D21D-19A7-56F0-60E1-B1376C794228}"/>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777C3AF7-FF74-1C5F-0469-A1A663CC5BF1}"/>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AB95787E-F4A9-64A5-CB51-C392E7B9990B}"/>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3690FBC0-832A-0A43-A0BB-CA5B1B068B4C}" type="slidenum">
              <a:rPr lang="es-ES" altLang="en-US" sz="1200"/>
              <a:pPr/>
              <a:t>23</a:t>
            </a:fld>
            <a:endParaRPr lang="es-ES" altLang="en-US" sz="1200"/>
          </a:p>
        </p:txBody>
      </p:sp>
      <p:sp>
        <p:nvSpPr>
          <p:cNvPr id="52226" name="Rectangle 2">
            <a:extLst>
              <a:ext uri="{FF2B5EF4-FFF2-40B4-BE49-F238E27FC236}">
                <a16:creationId xmlns:a16="http://schemas.microsoft.com/office/drawing/2014/main" id="{F113BF87-38F2-022C-33AA-6E2702DACE11}"/>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A63C2A82-3469-7EAE-FBFA-EF067C0166F6}"/>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8613A7A5-2DD8-F1AD-1200-C3341740874D}"/>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18AA6EE9-85D6-3C46-A4C6-1E989626AC1D}" type="slidenum">
              <a:rPr lang="es-ES" altLang="en-US" sz="1200"/>
              <a:pPr/>
              <a:t>24</a:t>
            </a:fld>
            <a:endParaRPr lang="es-ES" altLang="en-US" sz="1200"/>
          </a:p>
        </p:txBody>
      </p:sp>
      <p:sp>
        <p:nvSpPr>
          <p:cNvPr id="54274" name="Rectangle 2">
            <a:extLst>
              <a:ext uri="{FF2B5EF4-FFF2-40B4-BE49-F238E27FC236}">
                <a16:creationId xmlns:a16="http://schemas.microsoft.com/office/drawing/2014/main" id="{337E9781-D259-B6C2-2FEB-815D46976264}"/>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BF4DC83C-7127-9833-B35E-7BA0FE9118C4}"/>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062074BE-3B8C-7142-D3DE-2580E86E103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2546F38F-C668-1D4D-BAF4-3F540BD61E47}" type="slidenum">
              <a:rPr lang="es-ES" altLang="en-US" sz="1200"/>
              <a:pPr/>
              <a:t>25</a:t>
            </a:fld>
            <a:endParaRPr lang="es-ES" altLang="en-US" sz="1200"/>
          </a:p>
        </p:txBody>
      </p:sp>
      <p:sp>
        <p:nvSpPr>
          <p:cNvPr id="56322" name="Rectangle 2">
            <a:extLst>
              <a:ext uri="{FF2B5EF4-FFF2-40B4-BE49-F238E27FC236}">
                <a16:creationId xmlns:a16="http://schemas.microsoft.com/office/drawing/2014/main" id="{53BFB082-D624-CAE1-A476-34961935F671}"/>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E55C8163-C059-09B1-B50C-0F9D2CD8989A}"/>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a:extLst>
              <a:ext uri="{FF2B5EF4-FFF2-40B4-BE49-F238E27FC236}">
                <a16:creationId xmlns:a16="http://schemas.microsoft.com/office/drawing/2014/main" id="{2C24933C-D847-1617-4FA0-C81EEA593A7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9D17640A-863B-5148-87E3-F31C3757E3EA}" type="slidenum">
              <a:rPr lang="es-ES" altLang="en-US" sz="1200"/>
              <a:pPr/>
              <a:t>26</a:t>
            </a:fld>
            <a:endParaRPr lang="es-ES" altLang="en-US" sz="1200"/>
          </a:p>
        </p:txBody>
      </p:sp>
      <p:sp>
        <p:nvSpPr>
          <p:cNvPr id="58370" name="Rectangle 2">
            <a:extLst>
              <a:ext uri="{FF2B5EF4-FFF2-40B4-BE49-F238E27FC236}">
                <a16:creationId xmlns:a16="http://schemas.microsoft.com/office/drawing/2014/main" id="{F6E262D0-7402-6BC8-5884-254FF374DB79}"/>
              </a:ext>
            </a:extLst>
          </p:cNvPr>
          <p:cNvSpPr>
            <a:spLocks noGrp="1" noRot="1" noChangeAspect="1" noChangeArrowheads="1" noTextEdit="1"/>
          </p:cNvSpPr>
          <p:nvPr>
            <p:ph type="sldImg"/>
          </p:nvPr>
        </p:nvSpPr>
        <p:spPr>
          <a:ln/>
        </p:spPr>
      </p:sp>
      <p:sp>
        <p:nvSpPr>
          <p:cNvPr id="58371" name="Rectangle 3">
            <a:extLst>
              <a:ext uri="{FF2B5EF4-FFF2-40B4-BE49-F238E27FC236}">
                <a16:creationId xmlns:a16="http://schemas.microsoft.com/office/drawing/2014/main" id="{7F7618E4-C36D-350B-D7FA-8815C1B531F2}"/>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a:extLst>
              <a:ext uri="{FF2B5EF4-FFF2-40B4-BE49-F238E27FC236}">
                <a16:creationId xmlns:a16="http://schemas.microsoft.com/office/drawing/2014/main" id="{86003F6C-8463-3902-C1E0-162C263A6747}"/>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B665BA8C-9973-A64D-92E4-A9DDC6D93BBC}" type="slidenum">
              <a:rPr lang="es-ES" altLang="en-US" sz="1200"/>
              <a:pPr/>
              <a:t>27</a:t>
            </a:fld>
            <a:endParaRPr lang="es-ES" altLang="en-US" sz="1200"/>
          </a:p>
        </p:txBody>
      </p:sp>
      <p:sp>
        <p:nvSpPr>
          <p:cNvPr id="60418" name="Rectangle 2">
            <a:extLst>
              <a:ext uri="{FF2B5EF4-FFF2-40B4-BE49-F238E27FC236}">
                <a16:creationId xmlns:a16="http://schemas.microsoft.com/office/drawing/2014/main" id="{F245E458-DD28-1355-E3F8-409D28BCF840}"/>
              </a:ext>
            </a:extLst>
          </p:cNvPr>
          <p:cNvSpPr>
            <a:spLocks noGrp="1" noRot="1" noChangeAspect="1" noChangeArrowheads="1" noTextEdit="1"/>
          </p:cNvSpPr>
          <p:nvPr>
            <p:ph type="sldImg"/>
          </p:nvPr>
        </p:nvSpPr>
        <p:spPr>
          <a:ln/>
        </p:spPr>
      </p:sp>
      <p:sp>
        <p:nvSpPr>
          <p:cNvPr id="60419" name="Rectangle 3">
            <a:extLst>
              <a:ext uri="{FF2B5EF4-FFF2-40B4-BE49-F238E27FC236}">
                <a16:creationId xmlns:a16="http://schemas.microsoft.com/office/drawing/2014/main" id="{669AB3C3-F0B3-E1E4-E4CF-D207162D09FB}"/>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a:extLst>
              <a:ext uri="{FF2B5EF4-FFF2-40B4-BE49-F238E27FC236}">
                <a16:creationId xmlns:a16="http://schemas.microsoft.com/office/drawing/2014/main" id="{1846190A-BD7C-C37D-8956-BBD767C0CFC2}"/>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242C681E-7296-3246-97A2-3F949E4FD90A}" type="slidenum">
              <a:rPr lang="es-ES" altLang="en-US" sz="1200"/>
              <a:pPr/>
              <a:t>28</a:t>
            </a:fld>
            <a:endParaRPr lang="es-ES" altLang="en-US" sz="1200"/>
          </a:p>
        </p:txBody>
      </p:sp>
      <p:sp>
        <p:nvSpPr>
          <p:cNvPr id="62466" name="Rectangle 2">
            <a:extLst>
              <a:ext uri="{FF2B5EF4-FFF2-40B4-BE49-F238E27FC236}">
                <a16:creationId xmlns:a16="http://schemas.microsoft.com/office/drawing/2014/main" id="{C0E35130-C5A0-2E46-919F-6A44A787D590}"/>
              </a:ext>
            </a:extLst>
          </p:cNvPr>
          <p:cNvSpPr>
            <a:spLocks noGrp="1" noRot="1" noChangeAspect="1" noChangeArrowheads="1" noTextEdit="1"/>
          </p:cNvSpPr>
          <p:nvPr>
            <p:ph type="sldImg"/>
          </p:nvPr>
        </p:nvSpPr>
        <p:spPr>
          <a:ln/>
        </p:spPr>
      </p:sp>
      <p:sp>
        <p:nvSpPr>
          <p:cNvPr id="62467" name="Rectangle 3">
            <a:extLst>
              <a:ext uri="{FF2B5EF4-FFF2-40B4-BE49-F238E27FC236}">
                <a16:creationId xmlns:a16="http://schemas.microsoft.com/office/drawing/2014/main" id="{5E92105B-617D-0FF3-248D-5B90B91F9FC3}"/>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a:extLst>
              <a:ext uri="{FF2B5EF4-FFF2-40B4-BE49-F238E27FC236}">
                <a16:creationId xmlns:a16="http://schemas.microsoft.com/office/drawing/2014/main" id="{58645243-4D0D-3AAD-F177-0F3CB8EC611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charset="0"/>
                <a:ea typeface="ＭＳ Ｐゴシック" panose="020B0600070205080204" pitchFamily="34" charset="-128"/>
              </a:defRPr>
            </a:lvl1pPr>
            <a:lvl2pPr marL="742950" indent="-285750">
              <a:defRPr sz="2400">
                <a:solidFill>
                  <a:schemeClr val="tx1"/>
                </a:solidFill>
                <a:latin typeface="Times" charset="0"/>
                <a:ea typeface="ＭＳ Ｐゴシック" panose="020B0600070205080204" pitchFamily="34" charset="-128"/>
              </a:defRPr>
            </a:lvl2pPr>
            <a:lvl3pPr marL="1143000" indent="-228600">
              <a:defRPr sz="2400">
                <a:solidFill>
                  <a:schemeClr val="tx1"/>
                </a:solidFill>
                <a:latin typeface="Times" charset="0"/>
                <a:ea typeface="ＭＳ Ｐゴシック" panose="020B0600070205080204" pitchFamily="34" charset="-128"/>
              </a:defRPr>
            </a:lvl3pPr>
            <a:lvl4pPr marL="1600200" indent="-228600">
              <a:defRPr sz="2400">
                <a:solidFill>
                  <a:schemeClr val="tx1"/>
                </a:solidFill>
                <a:latin typeface="Times" charset="0"/>
                <a:ea typeface="ＭＳ Ｐゴシック" panose="020B0600070205080204" pitchFamily="34" charset="-128"/>
              </a:defRPr>
            </a:lvl4pPr>
            <a:lvl5pPr marL="2057400" indent="-228600">
              <a:defRPr sz="2400">
                <a:solidFill>
                  <a:schemeClr val="tx1"/>
                </a:solidFill>
                <a:latin typeface="Times"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charset="0"/>
                <a:ea typeface="ＭＳ Ｐゴシック" panose="020B0600070205080204" pitchFamily="34" charset="-128"/>
              </a:defRPr>
            </a:lvl9pPr>
          </a:lstStyle>
          <a:p>
            <a:fld id="{24FED7FB-1C57-664B-AD2F-8F84A0CCA8D9}" type="slidenum">
              <a:rPr lang="es-ES" altLang="en-US" sz="1200"/>
              <a:pPr/>
              <a:t>29</a:t>
            </a:fld>
            <a:endParaRPr lang="es-ES" altLang="en-US" sz="1200"/>
          </a:p>
        </p:txBody>
      </p:sp>
      <p:sp>
        <p:nvSpPr>
          <p:cNvPr id="66562" name="Rectangle 2">
            <a:extLst>
              <a:ext uri="{FF2B5EF4-FFF2-40B4-BE49-F238E27FC236}">
                <a16:creationId xmlns:a16="http://schemas.microsoft.com/office/drawing/2014/main" id="{4D002F18-191E-B59E-3A26-501CB28E6DCF}"/>
              </a:ext>
            </a:extLst>
          </p:cNvPr>
          <p:cNvSpPr>
            <a:spLocks noGrp="1" noRot="1" noChangeAspect="1" noChangeArrowheads="1" noTextEdit="1"/>
          </p:cNvSpPr>
          <p:nvPr>
            <p:ph type="sldImg"/>
          </p:nvPr>
        </p:nvSpPr>
        <p:spPr>
          <a:ln/>
        </p:spPr>
      </p:sp>
      <p:sp>
        <p:nvSpPr>
          <p:cNvPr id="66563" name="Rectangle 3">
            <a:extLst>
              <a:ext uri="{FF2B5EF4-FFF2-40B4-BE49-F238E27FC236}">
                <a16:creationId xmlns:a16="http://schemas.microsoft.com/office/drawing/2014/main" id="{B2CB23A2-D699-7B1E-FFA6-A182F0BAC1C4}"/>
              </a:ext>
            </a:extLst>
          </p:cNvPr>
          <p:cNvSpPr>
            <a:spLocks noGrp="1" noChangeArrowheads="1"/>
          </p:cNvSpPr>
          <p:nvPr>
            <p:ph type="body" idx="1"/>
          </p:nvPr>
        </p:nvSpPr>
        <p:spPr>
          <a:xfrm>
            <a:off x="549275" y="4343400"/>
            <a:ext cx="5688013"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endParaRPr lang="en-US" altLang="en-US" sz="1000">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2130426"/>
            <a:ext cx="8420100" cy="1470025"/>
          </a:xfrm>
        </p:spPr>
        <p:txBody>
          <a:bodyPr/>
          <a:lstStyle/>
          <a:p>
            <a:r>
              <a:rPr lang="es-ES_tradnl"/>
              <a:t>Click to edit Master title style</a:t>
            </a:r>
            <a:endParaRPr lang="en-US"/>
          </a:p>
        </p:txBody>
      </p:sp>
      <p:sp>
        <p:nvSpPr>
          <p:cNvPr id="3" name="Subtitle 2"/>
          <p:cNvSpPr>
            <a:spLocks noGrp="1"/>
          </p:cNvSpPr>
          <p:nvPr>
            <p:ph type="subTitle" idx="1"/>
          </p:nvPr>
        </p:nvSpPr>
        <p:spPr>
          <a:xfrm>
            <a:off x="1485900" y="3886200"/>
            <a:ext cx="69342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s-ES_tradnl"/>
              <a:t>Click to edit Master subtitle style</a:t>
            </a:r>
            <a:endParaRPr lang="en-US"/>
          </a:p>
        </p:txBody>
      </p:sp>
      <p:sp>
        <p:nvSpPr>
          <p:cNvPr id="4" name="Rectangle 4">
            <a:extLst>
              <a:ext uri="{FF2B5EF4-FFF2-40B4-BE49-F238E27FC236}">
                <a16:creationId xmlns:a16="http://schemas.microsoft.com/office/drawing/2014/main" id="{E596C89A-FD07-FED5-6DBC-84FBE456D60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60CB7DAC-02EC-8BBE-433D-E7B101495E5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7FE79EA-8677-22D2-A353-42F3C5B47D3A}"/>
              </a:ext>
            </a:extLst>
          </p:cNvPr>
          <p:cNvSpPr>
            <a:spLocks noGrp="1" noChangeArrowheads="1"/>
          </p:cNvSpPr>
          <p:nvPr>
            <p:ph type="sldNum" sz="quarter" idx="12"/>
          </p:nvPr>
        </p:nvSpPr>
        <p:spPr>
          <a:ln/>
        </p:spPr>
        <p:txBody>
          <a:bodyPr/>
          <a:lstStyle>
            <a:lvl1pPr>
              <a:defRPr/>
            </a:lvl1pPr>
          </a:lstStyle>
          <a:p>
            <a:fld id="{FE430F0B-4752-C446-8C56-7DDF61F9BE2B}" type="slidenum">
              <a:rPr lang="en-US" altLang="en-US"/>
              <a:pPr/>
              <a:t>‹#›</a:t>
            </a:fld>
            <a:endParaRPr lang="en-US" altLang="en-US"/>
          </a:p>
        </p:txBody>
      </p:sp>
    </p:spTree>
    <p:extLst>
      <p:ext uri="{BB962C8B-B14F-4D97-AF65-F5344CB8AC3E}">
        <p14:creationId xmlns:p14="http://schemas.microsoft.com/office/powerpoint/2010/main" val="343662656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Content Placeholder 2"/>
          <p:cNvSpPr>
            <a:spLocks noGrp="1"/>
          </p:cNvSpPr>
          <p:nvPr>
            <p:ph idx="1"/>
          </p:nvPr>
        </p:nvSpPr>
        <p:spPr/>
        <p:txBody>
          <a:body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Rectangle 4">
            <a:extLst>
              <a:ext uri="{FF2B5EF4-FFF2-40B4-BE49-F238E27FC236}">
                <a16:creationId xmlns:a16="http://schemas.microsoft.com/office/drawing/2014/main" id="{492B8D42-9666-3AC1-6B4B-5E3AA9D4B36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97C8F583-4440-813D-49BC-073506C0F255}"/>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37BB3CD5-8E6A-4A4A-19E6-3E1220B7AF5B}"/>
              </a:ext>
            </a:extLst>
          </p:cNvPr>
          <p:cNvSpPr>
            <a:spLocks noGrp="1" noChangeArrowheads="1"/>
          </p:cNvSpPr>
          <p:nvPr>
            <p:ph type="sldNum" sz="quarter" idx="12"/>
          </p:nvPr>
        </p:nvSpPr>
        <p:spPr>
          <a:ln/>
        </p:spPr>
        <p:txBody>
          <a:bodyPr/>
          <a:lstStyle>
            <a:lvl1pPr>
              <a:defRPr/>
            </a:lvl1pPr>
          </a:lstStyle>
          <a:p>
            <a:fld id="{594B4465-F3D3-8045-AE56-E933F7BDD356}" type="slidenum">
              <a:rPr lang="en-US" altLang="en-US"/>
              <a:pPr/>
              <a:t>‹#›</a:t>
            </a:fld>
            <a:endParaRPr lang="en-US" altLang="en-US"/>
          </a:p>
        </p:txBody>
      </p:sp>
    </p:spTree>
    <p:extLst>
      <p:ext uri="{BB962C8B-B14F-4D97-AF65-F5344CB8AC3E}">
        <p14:creationId xmlns:p14="http://schemas.microsoft.com/office/powerpoint/2010/main" val="1036930297"/>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82506" y="4406901"/>
            <a:ext cx="8420100" cy="1362075"/>
          </a:xfrm>
        </p:spPr>
        <p:txBody>
          <a:bodyPr anchor="t"/>
          <a:lstStyle>
            <a:lvl1pPr algn="l">
              <a:defRPr sz="4000" b="1" cap="all"/>
            </a:lvl1pPr>
          </a:lstStyle>
          <a:p>
            <a:r>
              <a:rPr lang="es-ES_tradnl"/>
              <a:t>Click to edit Master title style</a:t>
            </a:r>
            <a:endParaRPr lang="en-US"/>
          </a:p>
        </p:txBody>
      </p:sp>
      <p:sp>
        <p:nvSpPr>
          <p:cNvPr id="3" name="Text Placeholder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s-ES_tradnl"/>
              <a:t>Click to edit Master text styles</a:t>
            </a:r>
          </a:p>
        </p:txBody>
      </p:sp>
      <p:sp>
        <p:nvSpPr>
          <p:cNvPr id="4" name="Rectangle 4">
            <a:extLst>
              <a:ext uri="{FF2B5EF4-FFF2-40B4-BE49-F238E27FC236}">
                <a16:creationId xmlns:a16="http://schemas.microsoft.com/office/drawing/2014/main" id="{AAFB3980-AD36-B849-03E0-BD684A01BFCC}"/>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71268DB6-328A-3525-FBF9-C5D3030B2F0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994C5EC7-7557-A33C-F2AF-89508C31971E}"/>
              </a:ext>
            </a:extLst>
          </p:cNvPr>
          <p:cNvSpPr>
            <a:spLocks noGrp="1" noChangeArrowheads="1"/>
          </p:cNvSpPr>
          <p:nvPr>
            <p:ph type="sldNum" sz="quarter" idx="12"/>
          </p:nvPr>
        </p:nvSpPr>
        <p:spPr>
          <a:ln/>
        </p:spPr>
        <p:txBody>
          <a:bodyPr/>
          <a:lstStyle>
            <a:lvl1pPr>
              <a:defRPr/>
            </a:lvl1pPr>
          </a:lstStyle>
          <a:p>
            <a:fld id="{88A19D7D-5DC1-2D43-BDC8-4875ED08D978}" type="slidenum">
              <a:rPr lang="en-US" altLang="en-US"/>
              <a:pPr/>
              <a:t>‹#›</a:t>
            </a:fld>
            <a:endParaRPr lang="en-US" altLang="en-US"/>
          </a:p>
        </p:txBody>
      </p:sp>
    </p:spTree>
    <p:extLst>
      <p:ext uri="{BB962C8B-B14F-4D97-AF65-F5344CB8AC3E}">
        <p14:creationId xmlns:p14="http://schemas.microsoft.com/office/powerpoint/2010/main" val="633123921"/>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Content Placeholder 2"/>
          <p:cNvSpPr>
            <a:spLocks noGrp="1"/>
          </p:cNvSpPr>
          <p:nvPr>
            <p:ph sz="half" idx="1"/>
          </p:nvPr>
        </p:nvSpPr>
        <p:spPr>
          <a:xfrm>
            <a:off x="742950" y="1981200"/>
            <a:ext cx="41275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Content Placeholder 3"/>
          <p:cNvSpPr>
            <a:spLocks noGrp="1"/>
          </p:cNvSpPr>
          <p:nvPr>
            <p:ph sz="half" idx="2"/>
          </p:nvPr>
        </p:nvSpPr>
        <p:spPr>
          <a:xfrm>
            <a:off x="5035550" y="1981200"/>
            <a:ext cx="41275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5" name="Rectangle 4">
            <a:extLst>
              <a:ext uri="{FF2B5EF4-FFF2-40B4-BE49-F238E27FC236}">
                <a16:creationId xmlns:a16="http://schemas.microsoft.com/office/drawing/2014/main" id="{F460A8C9-D415-BE3C-47F4-FDC2CD6D9E1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A264A4F5-FEB1-E744-8C3A-789F95BBF264}"/>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E9770FD8-4D81-5BF4-24C4-A2EBF80E4037}"/>
              </a:ext>
            </a:extLst>
          </p:cNvPr>
          <p:cNvSpPr>
            <a:spLocks noGrp="1" noChangeArrowheads="1"/>
          </p:cNvSpPr>
          <p:nvPr>
            <p:ph type="sldNum" sz="quarter" idx="12"/>
          </p:nvPr>
        </p:nvSpPr>
        <p:spPr>
          <a:ln/>
        </p:spPr>
        <p:txBody>
          <a:bodyPr/>
          <a:lstStyle>
            <a:lvl1pPr>
              <a:defRPr/>
            </a:lvl1pPr>
          </a:lstStyle>
          <a:p>
            <a:fld id="{EA335B95-185A-1341-A086-645EDF047075}" type="slidenum">
              <a:rPr lang="en-US" altLang="en-US"/>
              <a:pPr/>
              <a:t>‹#›</a:t>
            </a:fld>
            <a:endParaRPr lang="en-US" altLang="en-US"/>
          </a:p>
        </p:txBody>
      </p:sp>
    </p:spTree>
    <p:extLst>
      <p:ext uri="{BB962C8B-B14F-4D97-AF65-F5344CB8AC3E}">
        <p14:creationId xmlns:p14="http://schemas.microsoft.com/office/powerpoint/2010/main" val="2875749969"/>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4638"/>
            <a:ext cx="8915400" cy="1143000"/>
          </a:xfrm>
        </p:spPr>
        <p:txBody>
          <a:bodyPr/>
          <a:lstStyle>
            <a:lvl1pPr>
              <a:defRPr/>
            </a:lvl1pPr>
          </a:lstStyle>
          <a:p>
            <a:r>
              <a:rPr lang="es-ES_tradnl"/>
              <a:t>Click to edit Master title style</a:t>
            </a:r>
            <a:endParaRPr lang="en-US"/>
          </a:p>
        </p:txBody>
      </p:sp>
      <p:sp>
        <p:nvSpPr>
          <p:cNvPr id="3" name="Text Placehold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Click to edit Master text styles</a:t>
            </a:r>
          </a:p>
        </p:txBody>
      </p:sp>
      <p:sp>
        <p:nvSpPr>
          <p:cNvPr id="4" name="Content Placehold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5" name="Text Placehold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_tradnl"/>
              <a:t>Click to edit Master text styles</a:t>
            </a:r>
          </a:p>
        </p:txBody>
      </p:sp>
      <p:sp>
        <p:nvSpPr>
          <p:cNvPr id="6" name="Content Placehold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7" name="Rectangle 4">
            <a:extLst>
              <a:ext uri="{FF2B5EF4-FFF2-40B4-BE49-F238E27FC236}">
                <a16:creationId xmlns:a16="http://schemas.microsoft.com/office/drawing/2014/main" id="{AC3277CD-2519-0EFD-4440-FC3AB839B636}"/>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a:extLst>
              <a:ext uri="{FF2B5EF4-FFF2-40B4-BE49-F238E27FC236}">
                <a16:creationId xmlns:a16="http://schemas.microsoft.com/office/drawing/2014/main" id="{48C69E17-2AFC-EDAD-8273-39BA6B80C38F}"/>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a:extLst>
              <a:ext uri="{FF2B5EF4-FFF2-40B4-BE49-F238E27FC236}">
                <a16:creationId xmlns:a16="http://schemas.microsoft.com/office/drawing/2014/main" id="{62F661F5-E146-3C24-3CEA-346E59AFB32B}"/>
              </a:ext>
            </a:extLst>
          </p:cNvPr>
          <p:cNvSpPr>
            <a:spLocks noGrp="1" noChangeArrowheads="1"/>
          </p:cNvSpPr>
          <p:nvPr>
            <p:ph type="sldNum" sz="quarter" idx="12"/>
          </p:nvPr>
        </p:nvSpPr>
        <p:spPr>
          <a:ln/>
        </p:spPr>
        <p:txBody>
          <a:bodyPr/>
          <a:lstStyle>
            <a:lvl1pPr>
              <a:defRPr/>
            </a:lvl1pPr>
          </a:lstStyle>
          <a:p>
            <a:fld id="{58B55BC3-FA56-C34B-A587-D1F7F6600038}" type="slidenum">
              <a:rPr lang="en-US" altLang="en-US"/>
              <a:pPr/>
              <a:t>‹#›</a:t>
            </a:fld>
            <a:endParaRPr lang="en-US" altLang="en-US"/>
          </a:p>
        </p:txBody>
      </p:sp>
    </p:spTree>
    <p:extLst>
      <p:ext uri="{BB962C8B-B14F-4D97-AF65-F5344CB8AC3E}">
        <p14:creationId xmlns:p14="http://schemas.microsoft.com/office/powerpoint/2010/main" val="308540187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Rectangle 4">
            <a:extLst>
              <a:ext uri="{FF2B5EF4-FFF2-40B4-BE49-F238E27FC236}">
                <a16:creationId xmlns:a16="http://schemas.microsoft.com/office/drawing/2014/main" id="{E8A3862C-7FD7-CBE8-174E-380317B04AC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a:extLst>
              <a:ext uri="{FF2B5EF4-FFF2-40B4-BE49-F238E27FC236}">
                <a16:creationId xmlns:a16="http://schemas.microsoft.com/office/drawing/2014/main" id="{A6A366C4-D85D-738A-F790-95280B10B7E9}"/>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a:extLst>
              <a:ext uri="{FF2B5EF4-FFF2-40B4-BE49-F238E27FC236}">
                <a16:creationId xmlns:a16="http://schemas.microsoft.com/office/drawing/2014/main" id="{FE648223-0DA3-19A3-07F3-C7BBEBF91E2D}"/>
              </a:ext>
            </a:extLst>
          </p:cNvPr>
          <p:cNvSpPr>
            <a:spLocks noGrp="1" noChangeArrowheads="1"/>
          </p:cNvSpPr>
          <p:nvPr>
            <p:ph type="sldNum" sz="quarter" idx="12"/>
          </p:nvPr>
        </p:nvSpPr>
        <p:spPr>
          <a:ln/>
        </p:spPr>
        <p:txBody>
          <a:bodyPr/>
          <a:lstStyle>
            <a:lvl1pPr>
              <a:defRPr/>
            </a:lvl1pPr>
          </a:lstStyle>
          <a:p>
            <a:fld id="{7803E731-ACE8-5743-8C63-CF5947AC9F07}" type="slidenum">
              <a:rPr lang="en-US" altLang="en-US"/>
              <a:pPr/>
              <a:t>‹#›</a:t>
            </a:fld>
            <a:endParaRPr lang="en-US" altLang="en-US"/>
          </a:p>
        </p:txBody>
      </p:sp>
    </p:spTree>
    <p:extLst>
      <p:ext uri="{BB962C8B-B14F-4D97-AF65-F5344CB8AC3E}">
        <p14:creationId xmlns:p14="http://schemas.microsoft.com/office/powerpoint/2010/main" val="3280788694"/>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8A1ACC1A-C159-E3B9-4639-4438C149D54A}"/>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a:extLst>
              <a:ext uri="{FF2B5EF4-FFF2-40B4-BE49-F238E27FC236}">
                <a16:creationId xmlns:a16="http://schemas.microsoft.com/office/drawing/2014/main" id="{664B8E03-456F-3DCF-98D8-FD4EBF947CA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a:extLst>
              <a:ext uri="{FF2B5EF4-FFF2-40B4-BE49-F238E27FC236}">
                <a16:creationId xmlns:a16="http://schemas.microsoft.com/office/drawing/2014/main" id="{84ADE2FB-0FD2-E245-9873-F3DB35144ABC}"/>
              </a:ext>
            </a:extLst>
          </p:cNvPr>
          <p:cNvSpPr>
            <a:spLocks noGrp="1" noChangeArrowheads="1"/>
          </p:cNvSpPr>
          <p:nvPr>
            <p:ph type="sldNum" sz="quarter" idx="12"/>
          </p:nvPr>
        </p:nvSpPr>
        <p:spPr>
          <a:ln/>
        </p:spPr>
        <p:txBody>
          <a:bodyPr/>
          <a:lstStyle>
            <a:lvl1pPr>
              <a:defRPr/>
            </a:lvl1pPr>
          </a:lstStyle>
          <a:p>
            <a:fld id="{FC2418E9-CA26-0343-BBF1-F5AA29E7DB25}" type="slidenum">
              <a:rPr lang="en-US" altLang="en-US"/>
              <a:pPr/>
              <a:t>‹#›</a:t>
            </a:fld>
            <a:endParaRPr lang="en-US" altLang="en-US"/>
          </a:p>
        </p:txBody>
      </p:sp>
    </p:spTree>
    <p:extLst>
      <p:ext uri="{BB962C8B-B14F-4D97-AF65-F5344CB8AC3E}">
        <p14:creationId xmlns:p14="http://schemas.microsoft.com/office/powerpoint/2010/main" val="2420999353"/>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5300" y="273050"/>
            <a:ext cx="3259006" cy="1162050"/>
          </a:xfrm>
        </p:spPr>
        <p:txBody>
          <a:bodyPr anchor="b"/>
          <a:lstStyle>
            <a:lvl1pPr algn="l">
              <a:defRPr sz="2000" b="1"/>
            </a:lvl1pPr>
          </a:lstStyle>
          <a:p>
            <a:r>
              <a:rPr lang="es-ES_tradnl"/>
              <a:t>Click to edit Master title style</a:t>
            </a:r>
            <a:endParaRPr lang="en-US"/>
          </a:p>
        </p:txBody>
      </p:sp>
      <p:sp>
        <p:nvSpPr>
          <p:cNvPr id="3" name="Content Placehold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Text Placehold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Click to edit Master text styles</a:t>
            </a:r>
          </a:p>
        </p:txBody>
      </p:sp>
      <p:sp>
        <p:nvSpPr>
          <p:cNvPr id="5" name="Rectangle 4">
            <a:extLst>
              <a:ext uri="{FF2B5EF4-FFF2-40B4-BE49-F238E27FC236}">
                <a16:creationId xmlns:a16="http://schemas.microsoft.com/office/drawing/2014/main" id="{2048A11A-BD55-BEBB-DD74-0D559FFE65B2}"/>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D622F774-5CCC-125C-AE05-4A4636395013}"/>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1657A8F2-2FF0-0678-55FD-A2C81F41FC33}"/>
              </a:ext>
            </a:extLst>
          </p:cNvPr>
          <p:cNvSpPr>
            <a:spLocks noGrp="1" noChangeArrowheads="1"/>
          </p:cNvSpPr>
          <p:nvPr>
            <p:ph type="sldNum" sz="quarter" idx="12"/>
          </p:nvPr>
        </p:nvSpPr>
        <p:spPr>
          <a:ln/>
        </p:spPr>
        <p:txBody>
          <a:bodyPr/>
          <a:lstStyle>
            <a:lvl1pPr>
              <a:defRPr/>
            </a:lvl1pPr>
          </a:lstStyle>
          <a:p>
            <a:fld id="{02E66092-5D7A-CD45-B974-22AAFD80C2CB}" type="slidenum">
              <a:rPr lang="en-US" altLang="en-US"/>
              <a:pPr/>
              <a:t>‹#›</a:t>
            </a:fld>
            <a:endParaRPr lang="en-US" altLang="en-US"/>
          </a:p>
        </p:txBody>
      </p:sp>
    </p:spTree>
    <p:extLst>
      <p:ext uri="{BB962C8B-B14F-4D97-AF65-F5344CB8AC3E}">
        <p14:creationId xmlns:p14="http://schemas.microsoft.com/office/powerpoint/2010/main" val="1868138601"/>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1645" y="4800600"/>
            <a:ext cx="5943600" cy="566738"/>
          </a:xfrm>
        </p:spPr>
        <p:txBody>
          <a:bodyPr anchor="b"/>
          <a:lstStyle>
            <a:lvl1pPr algn="l">
              <a:defRPr sz="2000" b="1"/>
            </a:lvl1pPr>
          </a:lstStyle>
          <a:p>
            <a:r>
              <a:rPr lang="es-ES_tradnl"/>
              <a:t>Click to edit Master title style</a:t>
            </a:r>
            <a:endParaRPr lang="en-US"/>
          </a:p>
        </p:txBody>
      </p:sp>
      <p:sp>
        <p:nvSpPr>
          <p:cNvPr id="3" name="Picture Placehold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_tradnl"/>
              <a:t>Click to edit Master text styles</a:t>
            </a:r>
          </a:p>
        </p:txBody>
      </p:sp>
      <p:sp>
        <p:nvSpPr>
          <p:cNvPr id="5" name="Rectangle 4">
            <a:extLst>
              <a:ext uri="{FF2B5EF4-FFF2-40B4-BE49-F238E27FC236}">
                <a16:creationId xmlns:a16="http://schemas.microsoft.com/office/drawing/2014/main" id="{F55BABBB-4EE8-2725-252A-FFCC6019CF73}"/>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a:extLst>
              <a:ext uri="{FF2B5EF4-FFF2-40B4-BE49-F238E27FC236}">
                <a16:creationId xmlns:a16="http://schemas.microsoft.com/office/drawing/2014/main" id="{2C561BB8-ADFF-F536-8414-7ADA9216E41A}"/>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a:extLst>
              <a:ext uri="{FF2B5EF4-FFF2-40B4-BE49-F238E27FC236}">
                <a16:creationId xmlns:a16="http://schemas.microsoft.com/office/drawing/2014/main" id="{8FD92B33-9055-0764-1635-4E7470D55E60}"/>
              </a:ext>
            </a:extLst>
          </p:cNvPr>
          <p:cNvSpPr>
            <a:spLocks noGrp="1" noChangeArrowheads="1"/>
          </p:cNvSpPr>
          <p:nvPr>
            <p:ph type="sldNum" sz="quarter" idx="12"/>
          </p:nvPr>
        </p:nvSpPr>
        <p:spPr>
          <a:ln/>
        </p:spPr>
        <p:txBody>
          <a:bodyPr/>
          <a:lstStyle>
            <a:lvl1pPr>
              <a:defRPr/>
            </a:lvl1pPr>
          </a:lstStyle>
          <a:p>
            <a:fld id="{C661B248-DDE3-0E48-A55A-BC357DEF97C3}" type="slidenum">
              <a:rPr lang="en-US" altLang="en-US"/>
              <a:pPr/>
              <a:t>‹#›</a:t>
            </a:fld>
            <a:endParaRPr lang="en-US" altLang="en-US"/>
          </a:p>
        </p:txBody>
      </p:sp>
    </p:spTree>
    <p:extLst>
      <p:ext uri="{BB962C8B-B14F-4D97-AF65-F5344CB8AC3E}">
        <p14:creationId xmlns:p14="http://schemas.microsoft.com/office/powerpoint/2010/main" val="3181495346"/>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_tradnl"/>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Rectangle 4">
            <a:extLst>
              <a:ext uri="{FF2B5EF4-FFF2-40B4-BE49-F238E27FC236}">
                <a16:creationId xmlns:a16="http://schemas.microsoft.com/office/drawing/2014/main" id="{802D971D-1E4C-D355-5E6B-E64436CFE5B0}"/>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1FC5BDD8-2E39-487C-8894-6440D3DC8D5C}"/>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CEAEB9D7-088D-FF6A-C83C-3DC3E786855E}"/>
              </a:ext>
            </a:extLst>
          </p:cNvPr>
          <p:cNvSpPr>
            <a:spLocks noGrp="1" noChangeArrowheads="1"/>
          </p:cNvSpPr>
          <p:nvPr>
            <p:ph type="sldNum" sz="quarter" idx="12"/>
          </p:nvPr>
        </p:nvSpPr>
        <p:spPr>
          <a:ln/>
        </p:spPr>
        <p:txBody>
          <a:bodyPr/>
          <a:lstStyle>
            <a:lvl1pPr>
              <a:defRPr/>
            </a:lvl1pPr>
          </a:lstStyle>
          <a:p>
            <a:fld id="{92F72E0E-74ED-194A-BAB4-5F57D319F5E4}" type="slidenum">
              <a:rPr lang="en-US" altLang="en-US"/>
              <a:pPr/>
              <a:t>‹#›</a:t>
            </a:fld>
            <a:endParaRPr lang="en-US" altLang="en-US"/>
          </a:p>
        </p:txBody>
      </p:sp>
    </p:spTree>
    <p:extLst>
      <p:ext uri="{BB962C8B-B14F-4D97-AF65-F5344CB8AC3E}">
        <p14:creationId xmlns:p14="http://schemas.microsoft.com/office/powerpoint/2010/main" val="16983962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58025" y="609600"/>
            <a:ext cx="2105025" cy="5486400"/>
          </a:xfrm>
        </p:spPr>
        <p:txBody>
          <a:bodyPr vert="eaVert"/>
          <a:lstStyle/>
          <a:p>
            <a:r>
              <a:rPr lang="es-ES_tradnl"/>
              <a:t>Click to edit Master title style</a:t>
            </a:r>
            <a:endParaRPr lang="en-US"/>
          </a:p>
        </p:txBody>
      </p:sp>
      <p:sp>
        <p:nvSpPr>
          <p:cNvPr id="3" name="Vertical Text Placeholder 2"/>
          <p:cNvSpPr>
            <a:spLocks noGrp="1"/>
          </p:cNvSpPr>
          <p:nvPr>
            <p:ph type="body" orient="vert" idx="1"/>
          </p:nvPr>
        </p:nvSpPr>
        <p:spPr>
          <a:xfrm>
            <a:off x="742950" y="609600"/>
            <a:ext cx="6149975" cy="5486400"/>
          </a:xfrm>
        </p:spPr>
        <p:txBody>
          <a:bodyPr vert="eaVert"/>
          <a:lstStyle/>
          <a:p>
            <a:pPr lvl="0"/>
            <a:r>
              <a:rPr lang="es-ES_tradnl"/>
              <a:t>Click to edit Master text styles</a:t>
            </a:r>
          </a:p>
          <a:p>
            <a:pPr lvl="1"/>
            <a:r>
              <a:rPr lang="es-ES_tradnl"/>
              <a:t>Second level</a:t>
            </a:r>
          </a:p>
          <a:p>
            <a:pPr lvl="2"/>
            <a:r>
              <a:rPr lang="es-ES_tradnl"/>
              <a:t>Third level</a:t>
            </a:r>
          </a:p>
          <a:p>
            <a:pPr lvl="3"/>
            <a:r>
              <a:rPr lang="es-ES_tradnl"/>
              <a:t>Fourth level</a:t>
            </a:r>
          </a:p>
          <a:p>
            <a:pPr lvl="4"/>
            <a:r>
              <a:rPr lang="es-ES_tradnl"/>
              <a:t>Fifth level</a:t>
            </a:r>
            <a:endParaRPr lang="en-US"/>
          </a:p>
        </p:txBody>
      </p:sp>
      <p:sp>
        <p:nvSpPr>
          <p:cNvPr id="4" name="Rectangle 4">
            <a:extLst>
              <a:ext uri="{FF2B5EF4-FFF2-40B4-BE49-F238E27FC236}">
                <a16:creationId xmlns:a16="http://schemas.microsoft.com/office/drawing/2014/main" id="{12591418-BAEB-D073-9D94-10E496FDD76F}"/>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0B7E59D6-B445-C8CD-63D5-DF7A3729DA1E}"/>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DC381A55-6B15-7511-8DA2-D0584FD623A0}"/>
              </a:ext>
            </a:extLst>
          </p:cNvPr>
          <p:cNvSpPr>
            <a:spLocks noGrp="1" noChangeArrowheads="1"/>
          </p:cNvSpPr>
          <p:nvPr>
            <p:ph type="sldNum" sz="quarter" idx="12"/>
          </p:nvPr>
        </p:nvSpPr>
        <p:spPr>
          <a:ln/>
        </p:spPr>
        <p:txBody>
          <a:bodyPr/>
          <a:lstStyle>
            <a:lvl1pPr>
              <a:defRPr/>
            </a:lvl1pPr>
          </a:lstStyle>
          <a:p>
            <a:fld id="{94A813D9-D513-E34D-B423-01BF54943069}" type="slidenum">
              <a:rPr lang="en-US" altLang="en-US"/>
              <a:pPr/>
              <a:t>‹#›</a:t>
            </a:fld>
            <a:endParaRPr lang="en-US" altLang="en-US"/>
          </a:p>
        </p:txBody>
      </p:sp>
    </p:spTree>
    <p:extLst>
      <p:ext uri="{BB962C8B-B14F-4D97-AF65-F5344CB8AC3E}">
        <p14:creationId xmlns:p14="http://schemas.microsoft.com/office/powerpoint/2010/main" val="3521789114"/>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742950" y="609600"/>
            <a:ext cx="8420100" cy="1143000"/>
          </a:xfrm>
        </p:spPr>
        <p:txBody>
          <a:bodyPr/>
          <a:lstStyle/>
          <a:p>
            <a:r>
              <a:rPr lang="es-ES_tradnl"/>
              <a:t>Click to edit Master title style</a:t>
            </a:r>
            <a:endParaRPr lang="en-US"/>
          </a:p>
        </p:txBody>
      </p:sp>
      <p:sp>
        <p:nvSpPr>
          <p:cNvPr id="3" name="Table Placeholder 2"/>
          <p:cNvSpPr>
            <a:spLocks noGrp="1"/>
          </p:cNvSpPr>
          <p:nvPr>
            <p:ph type="tbl" idx="1"/>
          </p:nvPr>
        </p:nvSpPr>
        <p:spPr>
          <a:xfrm>
            <a:off x="742950" y="1981200"/>
            <a:ext cx="8420100" cy="4114800"/>
          </a:xfrm>
        </p:spPr>
        <p:txBody>
          <a:bodyPr/>
          <a:lstStyle/>
          <a:p>
            <a:pPr lvl="0"/>
            <a:endParaRPr lang="en-US" noProof="0"/>
          </a:p>
        </p:txBody>
      </p:sp>
      <p:sp>
        <p:nvSpPr>
          <p:cNvPr id="4" name="Rectangle 4">
            <a:extLst>
              <a:ext uri="{FF2B5EF4-FFF2-40B4-BE49-F238E27FC236}">
                <a16:creationId xmlns:a16="http://schemas.microsoft.com/office/drawing/2014/main" id="{5792AEF4-DD24-741B-5C88-1CDA1AF39D31}"/>
              </a:ext>
            </a:extLst>
          </p:cNvPr>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a:extLst>
              <a:ext uri="{FF2B5EF4-FFF2-40B4-BE49-F238E27FC236}">
                <a16:creationId xmlns:a16="http://schemas.microsoft.com/office/drawing/2014/main" id="{A434CCF5-4717-26EC-298B-00ED2C1242D6}"/>
              </a:ext>
            </a:extLst>
          </p:cNvPr>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a:extLst>
              <a:ext uri="{FF2B5EF4-FFF2-40B4-BE49-F238E27FC236}">
                <a16:creationId xmlns:a16="http://schemas.microsoft.com/office/drawing/2014/main" id="{FE1C35C8-162A-7D39-A06A-485181AA031F}"/>
              </a:ext>
            </a:extLst>
          </p:cNvPr>
          <p:cNvSpPr>
            <a:spLocks noGrp="1" noChangeArrowheads="1"/>
          </p:cNvSpPr>
          <p:nvPr>
            <p:ph type="sldNum" sz="quarter" idx="12"/>
          </p:nvPr>
        </p:nvSpPr>
        <p:spPr>
          <a:ln/>
        </p:spPr>
        <p:txBody>
          <a:bodyPr/>
          <a:lstStyle>
            <a:lvl1pPr>
              <a:defRPr/>
            </a:lvl1pPr>
          </a:lstStyle>
          <a:p>
            <a:fld id="{C6CBB1C8-21C9-294D-921C-5FAD4968673C}" type="slidenum">
              <a:rPr lang="en-US" altLang="en-US"/>
              <a:pPr/>
              <a:t>‹#›</a:t>
            </a:fld>
            <a:endParaRPr lang="en-US" altLang="en-US"/>
          </a:p>
        </p:txBody>
      </p:sp>
    </p:spTree>
    <p:extLst>
      <p:ext uri="{BB962C8B-B14F-4D97-AF65-F5344CB8AC3E}">
        <p14:creationId xmlns:p14="http://schemas.microsoft.com/office/powerpoint/2010/main" val="1431088088"/>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0974E76-E770-444E-D612-FE3DD30B02C6}"/>
              </a:ext>
            </a:extLst>
          </p:cNvPr>
          <p:cNvSpPr>
            <a:spLocks noGrp="1" noChangeArrowheads="1"/>
          </p:cNvSpPr>
          <p:nvPr>
            <p:ph type="title"/>
          </p:nvPr>
        </p:nvSpPr>
        <p:spPr bwMode="auto">
          <a:xfrm>
            <a:off x="742950" y="609600"/>
            <a:ext cx="84201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 para editar estilo título patrón</a:t>
            </a:r>
          </a:p>
        </p:txBody>
      </p:sp>
      <p:sp>
        <p:nvSpPr>
          <p:cNvPr id="1027" name="Rectangle 3">
            <a:extLst>
              <a:ext uri="{FF2B5EF4-FFF2-40B4-BE49-F238E27FC236}">
                <a16:creationId xmlns:a16="http://schemas.microsoft.com/office/drawing/2014/main" id="{FA2322A0-1948-7EFE-86F9-6C9337188CCD}"/>
              </a:ext>
            </a:extLst>
          </p:cNvPr>
          <p:cNvSpPr>
            <a:spLocks noGrp="1" noChangeArrowheads="1"/>
          </p:cNvSpPr>
          <p:nvPr>
            <p:ph type="body" idx="1"/>
          </p:nvPr>
        </p:nvSpPr>
        <p:spPr bwMode="auto">
          <a:xfrm>
            <a:off x="742950" y="1981200"/>
            <a:ext cx="84201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Haga clic para modificar el estilo de texto del patrón</a:t>
            </a:r>
          </a:p>
          <a:p>
            <a:pPr lvl="1"/>
            <a:r>
              <a:rPr lang="en-US" altLang="en-US"/>
              <a:t>Segundo nivel</a:t>
            </a:r>
          </a:p>
          <a:p>
            <a:pPr lvl="2"/>
            <a:r>
              <a:rPr lang="en-US" altLang="en-US"/>
              <a:t>Tercer nivel</a:t>
            </a:r>
          </a:p>
          <a:p>
            <a:pPr lvl="3"/>
            <a:r>
              <a:rPr lang="en-US" altLang="en-US"/>
              <a:t>Cuarto nivel</a:t>
            </a:r>
          </a:p>
          <a:p>
            <a:pPr lvl="4"/>
            <a:r>
              <a:rPr lang="en-US" altLang="en-US"/>
              <a:t>Quinto nivel</a:t>
            </a:r>
          </a:p>
        </p:txBody>
      </p:sp>
      <p:sp>
        <p:nvSpPr>
          <p:cNvPr id="3076" name="Rectangle 4">
            <a:extLst>
              <a:ext uri="{FF2B5EF4-FFF2-40B4-BE49-F238E27FC236}">
                <a16:creationId xmlns:a16="http://schemas.microsoft.com/office/drawing/2014/main" id="{A0E4291C-CFBB-0F48-A6E2-836A97BD9F66}"/>
              </a:ext>
            </a:extLst>
          </p:cNvPr>
          <p:cNvSpPr>
            <a:spLocks noGrp="1" noChangeArrowheads="1"/>
          </p:cNvSpPr>
          <p:nvPr>
            <p:ph type="dt" sz="half" idx="2"/>
          </p:nvPr>
        </p:nvSpPr>
        <p:spPr bwMode="auto">
          <a:xfrm>
            <a:off x="742950" y="6248400"/>
            <a:ext cx="206375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defRPr sz="1400">
                <a:latin typeface="Times New Roman" panose="02020603050405020304" pitchFamily="18" charset="0"/>
                <a:ea typeface="MS PGothic" panose="020B0600070205080204" pitchFamily="34" charset="-128"/>
                <a:cs typeface="Arial" panose="020B0604020202020204" pitchFamily="34" charset="0"/>
              </a:defRPr>
            </a:lvl1pPr>
          </a:lstStyle>
          <a:p>
            <a:pPr>
              <a:defRPr/>
            </a:pPr>
            <a:endParaRPr lang="en-US" altLang="en-US"/>
          </a:p>
        </p:txBody>
      </p:sp>
      <p:sp>
        <p:nvSpPr>
          <p:cNvPr id="3077" name="Rectangle 5">
            <a:extLst>
              <a:ext uri="{FF2B5EF4-FFF2-40B4-BE49-F238E27FC236}">
                <a16:creationId xmlns:a16="http://schemas.microsoft.com/office/drawing/2014/main" id="{9557F2D5-ECDE-E840-BE75-CF075484D5B8}"/>
              </a:ext>
            </a:extLst>
          </p:cNvPr>
          <p:cNvSpPr>
            <a:spLocks noGrp="1" noChangeArrowheads="1"/>
          </p:cNvSpPr>
          <p:nvPr>
            <p:ph type="ftr" sz="quarter" idx="3"/>
          </p:nvPr>
        </p:nvSpPr>
        <p:spPr bwMode="auto">
          <a:xfrm>
            <a:off x="3384550" y="6248400"/>
            <a:ext cx="31369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a:defRPr sz="1400">
                <a:latin typeface="Times New Roman" panose="02020603050405020304" pitchFamily="18" charset="0"/>
                <a:ea typeface="MS PGothic" panose="020B0600070205080204" pitchFamily="34" charset="-128"/>
                <a:cs typeface="Arial" panose="020B0604020202020204" pitchFamily="34" charset="0"/>
              </a:defRPr>
            </a:lvl1pPr>
          </a:lstStyle>
          <a:p>
            <a:pPr>
              <a:defRPr/>
            </a:pPr>
            <a:endParaRPr lang="en-US" altLang="en-US"/>
          </a:p>
        </p:txBody>
      </p:sp>
      <p:sp>
        <p:nvSpPr>
          <p:cNvPr id="3078" name="Rectangle 6">
            <a:extLst>
              <a:ext uri="{FF2B5EF4-FFF2-40B4-BE49-F238E27FC236}">
                <a16:creationId xmlns:a16="http://schemas.microsoft.com/office/drawing/2014/main" id="{08B30DDE-9F12-3C40-B1F8-4D137809D5D2}"/>
              </a:ext>
            </a:extLst>
          </p:cNvPr>
          <p:cNvSpPr>
            <a:spLocks noGrp="1" noChangeArrowheads="1"/>
          </p:cNvSpPr>
          <p:nvPr>
            <p:ph type="sldNum" sz="quarter" idx="4"/>
          </p:nvPr>
        </p:nvSpPr>
        <p:spPr bwMode="auto">
          <a:xfrm>
            <a:off x="7099300" y="6248400"/>
            <a:ext cx="206375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a:defRPr sz="1400">
                <a:latin typeface="Times New Roman" panose="02020603050405020304" pitchFamily="18" charset="0"/>
                <a:cs typeface="Arial" panose="020B0604020202020204" pitchFamily="34" charset="0"/>
              </a:defRPr>
            </a:lvl1pPr>
          </a:lstStyle>
          <a:p>
            <a:fld id="{22C63E08-64C5-8A4F-815A-10CD8059FE5F}"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transition/>
  <p:txStyles>
    <p:titleStyle>
      <a:lvl1pPr algn="ctr" rtl="0" eaLnBrk="0" fontAlgn="base" hangingPunct="0">
        <a:spcBef>
          <a:spcPct val="0"/>
        </a:spcBef>
        <a:spcAft>
          <a:spcPct val="0"/>
        </a:spcAft>
        <a:defRPr sz="4400">
          <a:solidFill>
            <a:schemeClr val="tx2"/>
          </a:solidFill>
          <a:latin typeface="+mj-lt"/>
          <a:ea typeface="ＭＳ Ｐゴシック" panose="020B0600070205080204" pitchFamily="34" charset="-128"/>
          <a:cs typeface="MS PGothic" charset="0"/>
        </a:defRPr>
      </a:lvl1pPr>
      <a:lvl2pPr algn="ctr" rtl="0" eaLnBrk="0" fontAlgn="base" hangingPunct="0">
        <a:spcBef>
          <a:spcPct val="0"/>
        </a:spcBef>
        <a:spcAft>
          <a:spcPct val="0"/>
        </a:spcAft>
        <a:defRPr sz="4400">
          <a:solidFill>
            <a:schemeClr val="tx2"/>
          </a:solidFill>
          <a:latin typeface="Times New Roman" charset="0"/>
          <a:ea typeface="ＭＳ Ｐゴシック" panose="020B0600070205080204" pitchFamily="34" charset="-128"/>
          <a:cs typeface="MS PGothic" charset="0"/>
        </a:defRPr>
      </a:lvl2pPr>
      <a:lvl3pPr algn="ctr" rtl="0" eaLnBrk="0" fontAlgn="base" hangingPunct="0">
        <a:spcBef>
          <a:spcPct val="0"/>
        </a:spcBef>
        <a:spcAft>
          <a:spcPct val="0"/>
        </a:spcAft>
        <a:defRPr sz="4400">
          <a:solidFill>
            <a:schemeClr val="tx2"/>
          </a:solidFill>
          <a:latin typeface="Times New Roman" charset="0"/>
          <a:ea typeface="ＭＳ Ｐゴシック" panose="020B0600070205080204" pitchFamily="34" charset="-128"/>
          <a:cs typeface="MS PGothic" charset="0"/>
        </a:defRPr>
      </a:lvl3pPr>
      <a:lvl4pPr algn="ctr" rtl="0" eaLnBrk="0" fontAlgn="base" hangingPunct="0">
        <a:spcBef>
          <a:spcPct val="0"/>
        </a:spcBef>
        <a:spcAft>
          <a:spcPct val="0"/>
        </a:spcAft>
        <a:defRPr sz="4400">
          <a:solidFill>
            <a:schemeClr val="tx2"/>
          </a:solidFill>
          <a:latin typeface="Times New Roman" charset="0"/>
          <a:ea typeface="ＭＳ Ｐゴシック" panose="020B0600070205080204" pitchFamily="34" charset="-128"/>
          <a:cs typeface="MS PGothic" charset="0"/>
        </a:defRPr>
      </a:lvl4pPr>
      <a:lvl5pPr algn="ctr" rtl="0" eaLnBrk="0" fontAlgn="base" hangingPunct="0">
        <a:spcBef>
          <a:spcPct val="0"/>
        </a:spcBef>
        <a:spcAft>
          <a:spcPct val="0"/>
        </a:spcAft>
        <a:defRPr sz="4400">
          <a:solidFill>
            <a:schemeClr val="tx2"/>
          </a:solidFill>
          <a:latin typeface="Times New Roman" charset="0"/>
          <a:ea typeface="ＭＳ Ｐゴシック" panose="020B0600070205080204" pitchFamily="34" charset="-128"/>
          <a:cs typeface="MS PGothic" charset="0"/>
        </a:defRPr>
      </a:lvl5pPr>
      <a:lvl6pPr marL="457200" algn="ctr" rtl="0" eaLnBrk="0" fontAlgn="base" hangingPunct="0">
        <a:spcBef>
          <a:spcPct val="0"/>
        </a:spcBef>
        <a:spcAft>
          <a:spcPct val="0"/>
        </a:spcAft>
        <a:defRPr sz="4400">
          <a:solidFill>
            <a:schemeClr val="tx2"/>
          </a:solidFill>
          <a:latin typeface="Times New Roman" charset="0"/>
          <a:ea typeface="ＭＳ Ｐゴシック" charset="0"/>
        </a:defRPr>
      </a:lvl6pPr>
      <a:lvl7pPr marL="914400" algn="ctr" rtl="0" eaLnBrk="0" fontAlgn="base" hangingPunct="0">
        <a:spcBef>
          <a:spcPct val="0"/>
        </a:spcBef>
        <a:spcAft>
          <a:spcPct val="0"/>
        </a:spcAft>
        <a:defRPr sz="4400">
          <a:solidFill>
            <a:schemeClr val="tx2"/>
          </a:solidFill>
          <a:latin typeface="Times New Roman" charset="0"/>
          <a:ea typeface="ＭＳ Ｐゴシック" charset="0"/>
        </a:defRPr>
      </a:lvl7pPr>
      <a:lvl8pPr marL="1371600" algn="ctr" rtl="0" eaLnBrk="0" fontAlgn="base" hangingPunct="0">
        <a:spcBef>
          <a:spcPct val="0"/>
        </a:spcBef>
        <a:spcAft>
          <a:spcPct val="0"/>
        </a:spcAft>
        <a:defRPr sz="4400">
          <a:solidFill>
            <a:schemeClr val="tx2"/>
          </a:solidFill>
          <a:latin typeface="Times New Roman" charset="0"/>
          <a:ea typeface="ＭＳ Ｐゴシック" charset="0"/>
        </a:defRPr>
      </a:lvl8pPr>
      <a:lvl9pPr marL="1828800" algn="ctr" rtl="0" eaLnBrk="0" fontAlgn="base" hangingPunct="0">
        <a:spcBef>
          <a:spcPct val="0"/>
        </a:spcBef>
        <a:spcAft>
          <a:spcPct val="0"/>
        </a:spcAft>
        <a:defRPr sz="4400">
          <a:solidFill>
            <a:schemeClr val="tx2"/>
          </a:solidFill>
          <a:latin typeface="Times New Roman" charset="0"/>
          <a:ea typeface="ＭＳ Ｐゴシック"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ＭＳ Ｐゴシック" panose="020B0600070205080204" pitchFamily="34" charset="-128"/>
          <a:cs typeface="MS PGothic" charset="0"/>
        </a:defRPr>
      </a:lvl1pPr>
      <a:lvl2pPr marL="742950" indent="-285750" algn="l" rtl="0" eaLnBrk="0" fontAlgn="base" hangingPunct="0">
        <a:spcBef>
          <a:spcPct val="20000"/>
        </a:spcBef>
        <a:spcAft>
          <a:spcPct val="0"/>
        </a:spcAft>
        <a:buChar char="–"/>
        <a:defRPr sz="2800">
          <a:solidFill>
            <a:schemeClr val="tx1"/>
          </a:solidFill>
          <a:latin typeface="+mn-lt"/>
          <a:ea typeface="ＭＳ Ｐゴシック" panose="020B0600070205080204" pitchFamily="34" charset="-128"/>
          <a:cs typeface="MS PGothic" charset="0"/>
        </a:defRPr>
      </a:lvl2pPr>
      <a:lvl3pPr marL="1143000" indent="-228600" algn="l" rtl="0" eaLnBrk="0" fontAlgn="base" hangingPunct="0">
        <a:spcBef>
          <a:spcPct val="20000"/>
        </a:spcBef>
        <a:spcAft>
          <a:spcPct val="0"/>
        </a:spcAft>
        <a:buChar char="•"/>
        <a:defRPr sz="2400">
          <a:solidFill>
            <a:schemeClr val="tx1"/>
          </a:solidFill>
          <a:latin typeface="+mn-lt"/>
          <a:ea typeface="ＭＳ Ｐゴシック" panose="020B0600070205080204" pitchFamily="34" charset="-128"/>
          <a:cs typeface="MS PGothic" charset="0"/>
        </a:defRPr>
      </a:lvl3pPr>
      <a:lvl4pPr marL="1600200" indent="-228600" algn="l" rtl="0" eaLnBrk="0" fontAlgn="base" hangingPunct="0">
        <a:spcBef>
          <a:spcPct val="20000"/>
        </a:spcBef>
        <a:spcAft>
          <a:spcPct val="0"/>
        </a:spcAft>
        <a:buChar char="–"/>
        <a:defRPr sz="2000">
          <a:solidFill>
            <a:schemeClr val="tx1"/>
          </a:solidFill>
          <a:latin typeface="+mn-lt"/>
          <a:ea typeface="ＭＳ Ｐゴシック" panose="020B0600070205080204" pitchFamily="34" charset="-128"/>
          <a:cs typeface="MS PGothic" charset="0"/>
        </a:defRPr>
      </a:lvl4pPr>
      <a:lvl5pPr marL="2057400" indent="-228600" algn="l" rtl="0" eaLnBrk="0" fontAlgn="base" hangingPunct="0">
        <a:spcBef>
          <a:spcPct val="20000"/>
        </a:spcBef>
        <a:spcAft>
          <a:spcPct val="0"/>
        </a:spcAft>
        <a:buChar char="»"/>
        <a:defRPr sz="2000">
          <a:solidFill>
            <a:schemeClr val="tx1"/>
          </a:solidFill>
          <a:latin typeface="+mn-lt"/>
          <a:ea typeface="ＭＳ Ｐゴシック" panose="020B0600070205080204" pitchFamily="34" charset="-128"/>
          <a:cs typeface="MS PGothic" charset="0"/>
        </a:defRPr>
      </a:lvl5pPr>
      <a:lvl6pPr marL="2514600" indent="-228600" algn="l" rtl="0" eaLnBrk="0" fontAlgn="base" hangingPunct="0">
        <a:spcBef>
          <a:spcPct val="20000"/>
        </a:spcBef>
        <a:spcAft>
          <a:spcPct val="0"/>
        </a:spcAft>
        <a:buChar char="»"/>
        <a:defRPr sz="2000">
          <a:solidFill>
            <a:schemeClr val="tx1"/>
          </a:solidFill>
          <a:latin typeface="+mn-lt"/>
          <a:ea typeface="+mn-ea"/>
        </a:defRPr>
      </a:lvl6pPr>
      <a:lvl7pPr marL="2971800" indent="-228600" algn="l" rtl="0" eaLnBrk="0" fontAlgn="base" hangingPunct="0">
        <a:spcBef>
          <a:spcPct val="20000"/>
        </a:spcBef>
        <a:spcAft>
          <a:spcPct val="0"/>
        </a:spcAft>
        <a:buChar char="»"/>
        <a:defRPr sz="2000">
          <a:solidFill>
            <a:schemeClr val="tx1"/>
          </a:solidFill>
          <a:latin typeface="+mn-lt"/>
          <a:ea typeface="+mn-ea"/>
        </a:defRPr>
      </a:lvl7pPr>
      <a:lvl8pPr marL="3429000" indent="-228600" algn="l" rtl="0" eaLnBrk="0" fontAlgn="base" hangingPunct="0">
        <a:spcBef>
          <a:spcPct val="20000"/>
        </a:spcBef>
        <a:spcAft>
          <a:spcPct val="0"/>
        </a:spcAft>
        <a:buChar char="»"/>
        <a:defRPr sz="2000">
          <a:solidFill>
            <a:schemeClr val="tx1"/>
          </a:solidFill>
          <a:latin typeface="+mn-lt"/>
          <a:ea typeface="+mn-ea"/>
        </a:defRPr>
      </a:lvl8pPr>
      <a:lvl9pPr marL="3886200" indent="-228600" algn="l" rtl="0" eaLnBrk="0" fontAlgn="base" hangingPunct="0">
        <a:spcBef>
          <a:spcPct val="20000"/>
        </a:spcBef>
        <a:spcAft>
          <a:spcPct val="0"/>
        </a:spcAft>
        <a:buChar char="»"/>
        <a:defRPr sz="20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AAEA1-F7FF-C16B-6CA9-7BBF429B854D}"/>
            </a:ext>
          </a:extLst>
        </p:cNvPr>
        <p:cNvGrpSpPr/>
        <p:nvPr/>
      </p:nvGrpSpPr>
      <p:grpSpPr>
        <a:xfrm>
          <a:off x="0" y="0"/>
          <a:ext cx="0" cy="0"/>
          <a:chOff x="0" y="0"/>
          <a:chExt cx="0" cy="0"/>
        </a:xfrm>
      </p:grpSpPr>
      <p:sp>
        <p:nvSpPr>
          <p:cNvPr id="16385" name="Rectangle 2">
            <a:extLst>
              <a:ext uri="{FF2B5EF4-FFF2-40B4-BE49-F238E27FC236}">
                <a16:creationId xmlns:a16="http://schemas.microsoft.com/office/drawing/2014/main" id="{13C346D1-586A-E78D-832F-4D0CA0E0FE3E}"/>
              </a:ext>
            </a:extLst>
          </p:cNvPr>
          <p:cNvSpPr>
            <a:spLocks noGrp="1" noChangeArrowheads="1"/>
          </p:cNvSpPr>
          <p:nvPr>
            <p:ph type="ctrTitle"/>
          </p:nvPr>
        </p:nvSpPr>
        <p:spPr>
          <a:xfrm>
            <a:off x="46603" y="15994"/>
            <a:ext cx="9906000" cy="4005263"/>
          </a:xfrm>
        </p:spPr>
        <p:txBody>
          <a:bodyPr/>
          <a:lstStyle/>
          <a:p>
            <a:pPr eaLnBrk="1" hangingPunct="1"/>
            <a:br>
              <a:rPr lang="es-ES_tradnl" altLang="en-US" dirty="0">
                <a:solidFill>
                  <a:srgbClr val="8EB4E3"/>
                </a:solidFill>
                <a:latin typeface="Avenir Book" panose="02000503020000020003" pitchFamily="2" charset="0"/>
              </a:rPr>
            </a:br>
            <a:br>
              <a:rPr lang="es-ES_tradnl" altLang="en-US" dirty="0">
                <a:solidFill>
                  <a:srgbClr val="8EB4E3"/>
                </a:solidFill>
                <a:latin typeface="Avenir Book" panose="02000503020000020003" pitchFamily="2" charset="0"/>
              </a:rPr>
            </a:br>
            <a:br>
              <a:rPr lang="es-ES_tradnl" altLang="en-US" dirty="0">
                <a:solidFill>
                  <a:srgbClr val="8EB4E3"/>
                </a:solidFill>
                <a:latin typeface="Avenir Book" panose="02000503020000020003" pitchFamily="2" charset="0"/>
              </a:rPr>
            </a:br>
            <a:r>
              <a:rPr lang="es-ES_tradnl" altLang="en-US" dirty="0">
                <a:solidFill>
                  <a:srgbClr val="8EB4E3"/>
                </a:solidFill>
                <a:latin typeface="Avenir Book" panose="02000503020000020003" pitchFamily="2" charset="0"/>
              </a:rPr>
              <a:t>Partido Morado: Ideario, Republicanismo, Estilo de Gobierno, Estrategia Programática y Agenda Pendiente</a:t>
            </a:r>
            <a:br>
              <a:rPr lang="es-ES_tradnl" altLang="en-US" sz="3600" dirty="0">
                <a:solidFill>
                  <a:srgbClr val="FF0000"/>
                </a:solidFill>
                <a:latin typeface="Avenir Book" panose="02000503020000020003" pitchFamily="2" charset="0"/>
              </a:rPr>
            </a:br>
            <a:br>
              <a:rPr lang="es-ES_tradnl" altLang="en-US" sz="3600" dirty="0">
                <a:solidFill>
                  <a:srgbClr val="8EB4E3"/>
                </a:solidFill>
                <a:latin typeface="Avenir Book" panose="02000503020000020003" pitchFamily="2" charset="0"/>
              </a:rPr>
            </a:br>
            <a:br>
              <a:rPr lang="es-ES_tradnl" altLang="en-US" sz="3600" dirty="0">
                <a:solidFill>
                  <a:srgbClr val="8EB4E3"/>
                </a:solidFill>
                <a:latin typeface="Avenir Book" panose="02000503020000020003" pitchFamily="2" charset="0"/>
              </a:rPr>
            </a:br>
            <a:endParaRPr lang="es-ES_tradnl" altLang="en-US" dirty="0">
              <a:solidFill>
                <a:srgbClr val="FF3300"/>
              </a:solidFill>
              <a:latin typeface="Avenir Book" panose="02000503020000020003" pitchFamily="2" charset="0"/>
            </a:endParaRPr>
          </a:p>
        </p:txBody>
      </p:sp>
      <p:sp>
        <p:nvSpPr>
          <p:cNvPr id="16386" name="Text Box 8">
            <a:extLst>
              <a:ext uri="{FF2B5EF4-FFF2-40B4-BE49-F238E27FC236}">
                <a16:creationId xmlns:a16="http://schemas.microsoft.com/office/drawing/2014/main" id="{5AAFB035-7E72-CC9A-A2DE-7C4B15CB3E41}"/>
              </a:ext>
            </a:extLst>
          </p:cNvPr>
          <p:cNvSpPr txBox="1">
            <a:spLocks noChangeArrowheads="1"/>
          </p:cNvSpPr>
          <p:nvPr/>
        </p:nvSpPr>
        <p:spPr bwMode="auto">
          <a:xfrm>
            <a:off x="79375" y="4365104"/>
            <a:ext cx="9747250" cy="1754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20000"/>
              </a:lnSpc>
              <a:spcBef>
                <a:spcPct val="0"/>
              </a:spcBef>
              <a:buFontTx/>
              <a:buNone/>
              <a:defRPr/>
            </a:pPr>
            <a:r>
              <a:rPr lang="es-ES" altLang="en-US" sz="3600" dirty="0">
                <a:solidFill>
                  <a:srgbClr val="8EB4E3"/>
                </a:solidFill>
                <a:latin typeface="Avenir Book"/>
                <a:ea typeface="+mj-ea"/>
              </a:rPr>
              <a:t>Francisco Sagasti</a:t>
            </a:r>
          </a:p>
          <a:p>
            <a:pPr algn="ctr" eaLnBrk="1" hangingPunct="1">
              <a:lnSpc>
                <a:spcPct val="120000"/>
              </a:lnSpc>
              <a:spcBef>
                <a:spcPct val="0"/>
              </a:spcBef>
              <a:buFontTx/>
              <a:buNone/>
              <a:defRPr/>
            </a:pPr>
            <a:r>
              <a:rPr lang="es-ES" altLang="en-US" sz="2800" dirty="0">
                <a:solidFill>
                  <a:schemeClr val="bg2">
                    <a:lumMod val="20000"/>
                    <a:lumOff val="80000"/>
                  </a:schemeClr>
                </a:solidFill>
                <a:latin typeface="Avenir Book" panose="02000503020000020003" pitchFamily="2" charset="0"/>
              </a:rPr>
              <a:t>Miembro del Partido Morado</a:t>
            </a:r>
          </a:p>
          <a:p>
            <a:pPr algn="ctr" eaLnBrk="1" hangingPunct="1">
              <a:lnSpc>
                <a:spcPct val="120000"/>
              </a:lnSpc>
              <a:spcBef>
                <a:spcPct val="0"/>
              </a:spcBef>
              <a:buFontTx/>
              <a:buNone/>
              <a:defRPr/>
            </a:pPr>
            <a:r>
              <a:rPr lang="es-ES" altLang="en-US" sz="2800" dirty="0">
                <a:solidFill>
                  <a:schemeClr val="bg2">
                    <a:lumMod val="20000"/>
                    <a:lumOff val="80000"/>
                  </a:schemeClr>
                </a:solidFill>
                <a:latin typeface="Avenir Book" panose="02000503020000020003" pitchFamily="2" charset="0"/>
              </a:rPr>
              <a:t>Iquitos, 19 de octubre de 2024</a:t>
            </a:r>
          </a:p>
        </p:txBody>
      </p:sp>
    </p:spTree>
    <p:extLst>
      <p:ext uri="{BB962C8B-B14F-4D97-AF65-F5344CB8AC3E}">
        <p14:creationId xmlns:p14="http://schemas.microsoft.com/office/powerpoint/2010/main" val="2378014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8">
            <a:extLst>
              <a:ext uri="{FF2B5EF4-FFF2-40B4-BE49-F238E27FC236}">
                <a16:creationId xmlns:a16="http://schemas.microsoft.com/office/drawing/2014/main" id="{DAABA81C-8CD5-AC44-86CF-12B209807E79}"/>
              </a:ext>
            </a:extLst>
          </p:cNvPr>
          <p:cNvSpPr txBox="1">
            <a:spLocks noChangeArrowheads="1"/>
          </p:cNvSpPr>
          <p:nvPr/>
        </p:nvSpPr>
        <p:spPr bwMode="auto">
          <a:xfrm>
            <a:off x="79375" y="1844824"/>
            <a:ext cx="9747250" cy="2654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algn="ctr" eaLnBrk="1" hangingPunct="1">
              <a:lnSpc>
                <a:spcPct val="120000"/>
              </a:lnSpc>
              <a:spcBef>
                <a:spcPct val="0"/>
              </a:spcBef>
              <a:buFontTx/>
              <a:buNone/>
              <a:defRPr/>
            </a:pPr>
            <a:r>
              <a:rPr lang="es-ES" altLang="en-US" sz="2800" dirty="0">
                <a:solidFill>
                  <a:schemeClr val="bg2">
                    <a:lumMod val="20000"/>
                    <a:lumOff val="80000"/>
                  </a:schemeClr>
                </a:solidFill>
                <a:latin typeface="Avenir Book" panose="02000503020000020003" pitchFamily="2" charset="0"/>
              </a:rPr>
              <a:t>Esta presentación actualiza el material de la conferencia realizada el 7 de agosto del 2019 en el marco del programa de formación del Partido Morado, cuando el expositor estaba a cargo de la Secretaría Nacional de Estrategia Programática y Plan de Gobierno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2">
            <a:extLst>
              <a:ext uri="{FF2B5EF4-FFF2-40B4-BE49-F238E27FC236}">
                <a16:creationId xmlns:a16="http://schemas.microsoft.com/office/drawing/2014/main" id="{0C501869-1E6C-A617-7D9D-12BE32B1CD8F}"/>
              </a:ext>
            </a:extLst>
          </p:cNvPr>
          <p:cNvSpPr>
            <a:spLocks noGrp="1" noChangeArrowheads="1"/>
          </p:cNvSpPr>
          <p:nvPr>
            <p:ph type="title"/>
          </p:nvPr>
        </p:nvSpPr>
        <p:spPr>
          <a:xfrm>
            <a:off x="0" y="0"/>
            <a:ext cx="9906000" cy="981075"/>
          </a:xfrm>
        </p:spPr>
        <p:txBody>
          <a:bodyPr/>
          <a:lstStyle/>
          <a:p>
            <a:pPr eaLnBrk="1" hangingPunct="1"/>
            <a:r>
              <a:rPr lang="es-ES_tradnl" altLang="en-US" sz="3600" dirty="0">
                <a:solidFill>
                  <a:srgbClr val="8EB4E3"/>
                </a:solidFill>
                <a:latin typeface="Avenir Book" panose="02000503020000020003" pitchFamily="2" charset="0"/>
              </a:rPr>
              <a:t>Estructura de la presentación</a:t>
            </a:r>
          </a:p>
        </p:txBody>
      </p:sp>
      <p:sp>
        <p:nvSpPr>
          <p:cNvPr id="7171" name="Rectangle 3">
            <a:extLst>
              <a:ext uri="{FF2B5EF4-FFF2-40B4-BE49-F238E27FC236}">
                <a16:creationId xmlns:a16="http://schemas.microsoft.com/office/drawing/2014/main" id="{37E89A6C-FEAE-894D-866C-5A3869147EFB}"/>
              </a:ext>
            </a:extLst>
          </p:cNvPr>
          <p:cNvSpPr>
            <a:spLocks noGrp="1" noChangeArrowheads="1"/>
          </p:cNvSpPr>
          <p:nvPr>
            <p:ph type="body" idx="1"/>
          </p:nvPr>
        </p:nvSpPr>
        <p:spPr>
          <a:xfrm>
            <a:off x="19793" y="1124744"/>
            <a:ext cx="9906001" cy="5733256"/>
          </a:xfrm>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pPr>
              <a:spcBef>
                <a:spcPct val="0"/>
              </a:spcBef>
              <a:buFont typeface="Times" pitchFamily="2" charset="0"/>
              <a:buChar char="•"/>
              <a:defRPr/>
            </a:pPr>
            <a:r>
              <a:rPr lang="es-ES_tradnl" altLang="en-US" dirty="0">
                <a:solidFill>
                  <a:schemeClr val="accent2">
                    <a:lumMod val="60000"/>
                    <a:lumOff val="40000"/>
                  </a:schemeClr>
                </a:solidFill>
                <a:latin typeface="Avenir Book" panose="02000503020000020003"/>
                <a:ea typeface="MS PGothic" panose="020B0600070205080204" pitchFamily="34" charset="-128"/>
              </a:rPr>
              <a:t>Republicanismo Morado</a:t>
            </a:r>
            <a:r>
              <a:rPr lang="es-ES_tradnl" altLang="en-US" dirty="0">
                <a:solidFill>
                  <a:srgbClr val="FFFFFF"/>
                </a:solidFill>
                <a:latin typeface="Avenir Book" panose="02000503020000020003"/>
                <a:ea typeface="MS PGothic" panose="020B0600070205080204" pitchFamily="34" charset="-128"/>
              </a:rPr>
              <a:t>: D</a:t>
            </a:r>
            <a:r>
              <a:rPr lang="es-ES_tradnl" altLang="en-US" sz="3200" dirty="0">
                <a:solidFill>
                  <a:srgbClr val="FFFFFF"/>
                </a:solidFill>
                <a:latin typeface="Avenir Book" panose="02000503020000020003"/>
                <a:ea typeface="MS PGothic" panose="020B0600070205080204" pitchFamily="34" charset="-128"/>
              </a:rPr>
              <a:t>esafíos y oportunidades</a:t>
            </a:r>
            <a:endParaRPr lang="es-ES_tradnl" altLang="en-US" dirty="0">
              <a:solidFill>
                <a:srgbClr val="FFFFFF"/>
              </a:solidFill>
              <a:latin typeface="Avenir Book" panose="02000503020000020003"/>
              <a:ea typeface="MS PGothic" panose="020B0600070205080204" pitchFamily="34" charset="-128"/>
            </a:endParaRPr>
          </a:p>
          <a:p>
            <a:pPr lvl="1">
              <a:spcBef>
                <a:spcPct val="0"/>
              </a:spcBef>
              <a:buFont typeface="Times" pitchFamily="2" charset="0"/>
              <a:buChar char="•"/>
              <a:defRPr/>
            </a:pPr>
            <a:r>
              <a:rPr lang="es-ES_tradnl" altLang="en-US" dirty="0">
                <a:solidFill>
                  <a:srgbClr val="FFFFFF"/>
                </a:solidFill>
                <a:latin typeface="Avenir Book" panose="02000503020000020003"/>
                <a:ea typeface="MS PGothic" panose="020B0600070205080204" pitchFamily="34" charset="-128"/>
              </a:rPr>
              <a:t>Cuatro pilares</a:t>
            </a:r>
          </a:p>
          <a:p>
            <a:pPr lvl="1">
              <a:spcBef>
                <a:spcPct val="0"/>
              </a:spcBef>
              <a:buFont typeface="Times" pitchFamily="2" charset="0"/>
              <a:buChar char="•"/>
              <a:defRPr/>
            </a:pPr>
            <a:r>
              <a:rPr lang="es-ES_tradnl" altLang="en-US" dirty="0">
                <a:solidFill>
                  <a:srgbClr val="FFFFFF"/>
                </a:solidFill>
                <a:latin typeface="Avenir Book" panose="02000503020000020003"/>
                <a:ea typeface="MS PGothic" panose="020B0600070205080204" pitchFamily="34" charset="-128"/>
              </a:rPr>
              <a:t>Seis principios</a:t>
            </a:r>
          </a:p>
          <a:p>
            <a:pPr>
              <a:spcBef>
                <a:spcPct val="0"/>
              </a:spcBef>
              <a:buFont typeface="Times" pitchFamily="2" charset="0"/>
              <a:buChar char="•"/>
              <a:defRPr/>
            </a:pPr>
            <a:r>
              <a:rPr lang="es-ES_tradnl" altLang="en-US" dirty="0">
                <a:solidFill>
                  <a:srgbClr val="FFFFFF"/>
                </a:solidFill>
                <a:latin typeface="Avenir Book" panose="02000503020000020003"/>
                <a:ea typeface="MS PGothic" panose="020B0600070205080204" pitchFamily="34" charset="-128"/>
              </a:rPr>
              <a:t>Liderazgo y ejercicio del poder y la autoridad política</a:t>
            </a:r>
          </a:p>
          <a:p>
            <a:pPr>
              <a:spcBef>
                <a:spcPct val="0"/>
              </a:spcBef>
              <a:buFont typeface="Times" pitchFamily="2" charset="0"/>
              <a:buChar char="•"/>
              <a:defRPr/>
            </a:pPr>
            <a:r>
              <a:rPr lang="es-ES_tradnl" altLang="en-US" dirty="0">
                <a:solidFill>
                  <a:srgbClr val="FFFFFF"/>
                </a:solidFill>
                <a:latin typeface="Avenir Book" panose="02000503020000020003"/>
                <a:ea typeface="MS PGothic" panose="020B0600070205080204" pitchFamily="34" charset="-128"/>
              </a:rPr>
              <a:t>Desafíos para la gobernabilidad en el siglo 21</a:t>
            </a:r>
          </a:p>
          <a:p>
            <a:pPr>
              <a:spcBef>
                <a:spcPct val="0"/>
              </a:spcBef>
              <a:buFont typeface="Times" pitchFamily="2" charset="0"/>
              <a:buChar char="•"/>
              <a:defRPr/>
            </a:pPr>
            <a:r>
              <a:rPr lang="es-ES_tradnl" altLang="en-US" dirty="0">
                <a:solidFill>
                  <a:srgbClr val="FFFFFF"/>
                </a:solidFill>
                <a:latin typeface="Avenir Book" panose="02000503020000020003"/>
                <a:ea typeface="MS PGothic" panose="020B0600070205080204" pitchFamily="34" charset="-128"/>
              </a:rPr>
              <a:t>Actores sociales: Estado, empresa, sociedad civil, información y conocimiento</a:t>
            </a:r>
          </a:p>
          <a:p>
            <a:pPr>
              <a:spcBef>
                <a:spcPct val="0"/>
              </a:spcBef>
              <a:buFont typeface="Times" pitchFamily="2" charset="0"/>
              <a:buChar char="•"/>
              <a:defRPr/>
            </a:pPr>
            <a:r>
              <a:rPr lang="es-ES_tradnl" altLang="en-US" dirty="0">
                <a:solidFill>
                  <a:srgbClr val="FFFFFF"/>
                </a:solidFill>
                <a:latin typeface="Avenir Book" panose="02000503020000020003"/>
                <a:ea typeface="MS PGothic" panose="020B0600070205080204" pitchFamily="34" charset="-128"/>
              </a:rPr>
              <a:t>Enfoque de gobierno, recursos de poder</a:t>
            </a:r>
          </a:p>
          <a:p>
            <a:pPr>
              <a:spcBef>
                <a:spcPct val="0"/>
              </a:spcBef>
              <a:buFont typeface="Times" pitchFamily="2" charset="0"/>
              <a:buChar char="•"/>
              <a:defRPr/>
            </a:pPr>
            <a:r>
              <a:rPr lang="es-ES_tradnl" altLang="en-US" dirty="0">
                <a:solidFill>
                  <a:srgbClr val="FFFFFF"/>
                </a:solidFill>
                <a:latin typeface="Avenir Book" panose="02000503020000020003"/>
                <a:ea typeface="MS PGothic" panose="020B0600070205080204" pitchFamily="34" charset="-128"/>
              </a:rPr>
              <a:t>Estrategia y líneas programáticas</a:t>
            </a:r>
          </a:p>
          <a:p>
            <a:pPr>
              <a:spcBef>
                <a:spcPct val="0"/>
              </a:spcBef>
              <a:buFont typeface="Times" pitchFamily="2" charset="0"/>
              <a:buChar char="•"/>
              <a:defRPr/>
            </a:pPr>
            <a:r>
              <a:rPr lang="es-ES_tradnl" altLang="en-US" dirty="0">
                <a:solidFill>
                  <a:srgbClr val="FFFFFF"/>
                </a:solidFill>
                <a:latin typeface="Avenir Book" panose="02000503020000020003"/>
                <a:ea typeface="MS PGothic" panose="020B0600070205080204" pitchFamily="34" charset="-128"/>
              </a:rPr>
              <a:t>Comentarios finales: agenda pendiente</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17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7AA7D379-DCA5-1141-8F58-1C79FB5B7B24}"/>
              </a:ext>
            </a:extLst>
          </p:cNvPr>
          <p:cNvSpPr>
            <a:spLocks noGrp="1" noChangeArrowheads="1"/>
          </p:cNvSpPr>
          <p:nvPr>
            <p:ph type="title"/>
          </p:nvPr>
        </p:nvSpPr>
        <p:spPr>
          <a:xfrm>
            <a:off x="0" y="22225"/>
            <a:ext cx="9906000" cy="731838"/>
          </a:xfrm>
        </p:spPr>
        <p:txBody>
          <a:bodyPr>
            <a:noAutofit/>
          </a:bodyPr>
          <a:lstStyle/>
          <a:p>
            <a:pPr eaLnBrk="1" hangingPunct="1">
              <a:defRPr/>
            </a:pPr>
            <a:r>
              <a:rPr lang="es-ES" sz="3600" kern="1200" dirty="0">
                <a:solidFill>
                  <a:srgbClr val="8EB4E3"/>
                </a:solidFill>
                <a:latin typeface="Avenir Book"/>
                <a:ea typeface="+mj-ea"/>
                <a:cs typeface="Avenir Book"/>
              </a:rPr>
              <a:t>Partido Morado: Desafíos y oportunidades (1)</a:t>
            </a:r>
          </a:p>
        </p:txBody>
      </p:sp>
      <p:sp>
        <p:nvSpPr>
          <p:cNvPr id="163843" name="Rectangle 3">
            <a:extLst>
              <a:ext uri="{FF2B5EF4-FFF2-40B4-BE49-F238E27FC236}">
                <a16:creationId xmlns:a16="http://schemas.microsoft.com/office/drawing/2014/main" id="{DD0C55B6-4BA2-6F4B-BDF6-D24CABE98D8B}"/>
              </a:ext>
            </a:extLst>
          </p:cNvPr>
          <p:cNvSpPr>
            <a:spLocks noGrp="1" noChangeArrowheads="1"/>
          </p:cNvSpPr>
          <p:nvPr>
            <p:ph type="body" idx="1"/>
          </p:nvPr>
        </p:nvSpPr>
        <p:spPr>
          <a:xfrm>
            <a:off x="0" y="914400"/>
            <a:ext cx="9906000" cy="5943600"/>
          </a:xfrm>
        </p:spPr>
        <p:txBody>
          <a:bodyPr>
            <a:normAutofit/>
          </a:bodyPr>
          <a:lstStyle/>
          <a:p>
            <a:pPr>
              <a:lnSpc>
                <a:spcPct val="110000"/>
              </a:lnSpc>
              <a:spcBef>
                <a:spcPts val="0"/>
              </a:spcBef>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Desafíos y oportunidades del siglo 21</a:t>
            </a:r>
          </a:p>
          <a:p>
            <a:pPr lvl="1">
              <a:lnSpc>
                <a:spcPct val="110000"/>
              </a:lnSpc>
              <a:spcBef>
                <a:spcPts val="0"/>
              </a:spcBef>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Sociedad del </a:t>
            </a:r>
            <a:r>
              <a:rPr lang="es-ES_tradnl" altLang="ja-JP" kern="1200" dirty="0">
                <a:solidFill>
                  <a:srgbClr val="8EB4E3"/>
                </a:solidFill>
                <a:latin typeface="Avenir Book"/>
                <a:ea typeface="+mj-ea"/>
                <a:cs typeface="Avenir Book"/>
              </a:rPr>
              <a:t>conocimiento</a:t>
            </a:r>
            <a:r>
              <a:rPr lang="es-ES_tradnl" altLang="ja-JP" dirty="0">
                <a:solidFill>
                  <a:srgbClr val="558ED5"/>
                </a:solidFill>
                <a:latin typeface="Avenir Book" panose="02000503020000020003"/>
                <a:ea typeface="MS PGothic" panose="020B0600070205080204" pitchFamily="34" charset="-128"/>
                <a:cs typeface="Avenir Light"/>
              </a:rPr>
              <a:t> </a:t>
            </a:r>
            <a:r>
              <a:rPr lang="es-ES_tradnl" altLang="ja-JP" dirty="0">
                <a:solidFill>
                  <a:schemeClr val="bg2">
                    <a:lumMod val="20000"/>
                    <a:lumOff val="80000"/>
                  </a:schemeClr>
                </a:solidFill>
                <a:latin typeface="Avenir Book" panose="02000503020000020003"/>
                <a:ea typeface="MS PGothic" panose="020B0600070205080204" pitchFamily="34" charset="-128"/>
                <a:cs typeface="Avenir Light"/>
              </a:rPr>
              <a:t>y la </a:t>
            </a:r>
            <a:r>
              <a:rPr lang="es-ES_tradnl" altLang="ja-JP" kern="1200" dirty="0">
                <a:solidFill>
                  <a:srgbClr val="8EB4E3"/>
                </a:solidFill>
                <a:latin typeface="Avenir Book"/>
                <a:ea typeface="+mj-ea"/>
                <a:cs typeface="Avenir Book"/>
              </a:rPr>
              <a:t>hiper-comunicación</a:t>
            </a:r>
          </a:p>
          <a:p>
            <a:pPr lvl="1">
              <a:lnSpc>
                <a:spcPct val="110000"/>
              </a:lnSpc>
              <a:spcBef>
                <a:spcPts val="0"/>
              </a:spcBef>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Deterioro ambiental, cambio climático</a:t>
            </a:r>
            <a:endParaRPr lang="es-ES_tradnl" altLang="ja-JP" dirty="0">
              <a:solidFill>
                <a:srgbClr val="558ED5"/>
              </a:solidFill>
              <a:latin typeface="Avenir Book" panose="02000503020000020003"/>
              <a:ea typeface="MS PGothic" panose="020B0600070205080204" pitchFamily="34" charset="-128"/>
              <a:cs typeface="Avenir Light"/>
            </a:endParaRPr>
          </a:p>
          <a:p>
            <a:pPr lvl="1">
              <a:lnSpc>
                <a:spcPct val="110000"/>
              </a:lnSpc>
              <a:spcBef>
                <a:spcPts val="0"/>
              </a:spcBef>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Limitaciones del desarrollo realmente existente</a:t>
            </a:r>
          </a:p>
          <a:p>
            <a:pPr lvl="1">
              <a:lnSpc>
                <a:spcPct val="110000"/>
              </a:lnSpc>
              <a:spcBef>
                <a:spcPts val="0"/>
              </a:spcBef>
              <a:buFont typeface="Arial" panose="020B0604020202020204" pitchFamily="34" charset="0"/>
              <a:buChar char="•"/>
              <a:defRPr/>
            </a:pPr>
            <a:r>
              <a:rPr lang="es-ES_tradnl" altLang="ja-JP" dirty="0">
                <a:solidFill>
                  <a:schemeClr val="bg2">
                    <a:lumMod val="20000"/>
                    <a:lumOff val="80000"/>
                  </a:schemeClr>
                </a:solidFill>
                <a:latin typeface="Avenir Book" panose="02000503020000020003"/>
                <a:ea typeface="MS PGothic" panose="020B0600070205080204" pitchFamily="34" charset="-128"/>
                <a:cs typeface="Avenir Light"/>
              </a:rPr>
              <a:t>Es necesario explorar </a:t>
            </a:r>
            <a:r>
              <a:rPr lang="es-ES_tradnl" altLang="ja-JP" kern="1200" dirty="0">
                <a:solidFill>
                  <a:srgbClr val="8EB4E3"/>
                </a:solidFill>
                <a:latin typeface="Avenir Book"/>
                <a:ea typeface="+mj-ea"/>
                <a:cs typeface="Avenir Book"/>
              </a:rPr>
              <a:t>nuevas opciones de desarrollo</a:t>
            </a:r>
          </a:p>
          <a:p>
            <a:pPr>
              <a:lnSpc>
                <a:spcPct val="110000"/>
              </a:lnSpc>
              <a:spcBef>
                <a:spcPts val="0"/>
              </a:spcBef>
              <a:buFont typeface="Arial" panose="020B0604020202020204" pitchFamily="34" charset="0"/>
              <a:buChar char="•"/>
              <a:defRPr/>
            </a:pPr>
            <a:r>
              <a:rPr lang="es-ES_tradnl" altLang="ja-JP" kern="1200" dirty="0">
                <a:solidFill>
                  <a:srgbClr val="8EB4E3"/>
                </a:solidFill>
                <a:latin typeface="Avenir Book"/>
                <a:ea typeface="+mj-ea"/>
                <a:cs typeface="Avenir Book"/>
              </a:rPr>
              <a:t>Perú: en el tercer centenar de vida independiente</a:t>
            </a:r>
          </a:p>
          <a:p>
            <a:pPr lvl="1">
              <a:lnSpc>
                <a:spcPct val="110000"/>
              </a:lnSpc>
              <a:spcBef>
                <a:spcPts val="0"/>
              </a:spcBef>
              <a:buFont typeface="Arial" panose="020B0604020202020204" pitchFamily="34" charset="0"/>
              <a:buChar char="•"/>
              <a:defRPr/>
            </a:pPr>
            <a:r>
              <a:rPr lang="es-ES_tradnl" altLang="ja-JP" kern="1200" dirty="0">
                <a:solidFill>
                  <a:srgbClr val="8EB4E3"/>
                </a:solidFill>
                <a:latin typeface="Avenir Book"/>
                <a:ea typeface="+mj-ea"/>
                <a:cs typeface="Avenir Book"/>
              </a:rPr>
              <a:t>Oportunidades</a:t>
            </a:r>
            <a:r>
              <a:rPr lang="es-ES_tradnl" altLang="ja-JP" dirty="0">
                <a:solidFill>
                  <a:srgbClr val="558ED5"/>
                </a:solidFill>
                <a:latin typeface="Avenir Book" panose="02000503020000020003"/>
                <a:ea typeface="MS PGothic" panose="020B0600070205080204" pitchFamily="34" charset="-128"/>
                <a:cs typeface="Avenir Light"/>
              </a:rPr>
              <a:t> </a:t>
            </a:r>
            <a:r>
              <a:rPr lang="es-ES_tradnl" altLang="ja-JP" dirty="0">
                <a:solidFill>
                  <a:srgbClr val="FFFFFF"/>
                </a:solidFill>
                <a:latin typeface="Avenir Book" panose="02000503020000020003"/>
                <a:ea typeface="MS PGothic" panose="020B0600070205080204" pitchFamily="34" charset="-128"/>
                <a:cs typeface="Avenir Light"/>
              </a:rPr>
              <a:t>de avanzar hacia el bienestar y la prosperidad</a:t>
            </a:r>
          </a:p>
          <a:p>
            <a:pPr lvl="1">
              <a:lnSpc>
                <a:spcPct val="110000"/>
              </a:lnSpc>
              <a:spcBef>
                <a:spcPts val="0"/>
              </a:spcBef>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Posibilidad de desarrollar </a:t>
            </a:r>
            <a:r>
              <a:rPr lang="es-ES_tradnl" altLang="ja-JP" kern="1200" dirty="0">
                <a:solidFill>
                  <a:srgbClr val="8EB4E3"/>
                </a:solidFill>
                <a:latin typeface="Avenir Book"/>
                <a:ea typeface="+mj-ea"/>
                <a:cs typeface="Avenir Book"/>
              </a:rPr>
              <a:t>talentos</a:t>
            </a:r>
            <a:r>
              <a:rPr lang="es-ES_tradnl" altLang="ja-JP" dirty="0">
                <a:solidFill>
                  <a:srgbClr val="FFFFFF"/>
                </a:solidFill>
                <a:latin typeface="Avenir Book" panose="02000503020000020003"/>
                <a:ea typeface="MS PGothic" panose="020B0600070205080204" pitchFamily="34" charset="-128"/>
                <a:cs typeface="Avenir Light"/>
              </a:rPr>
              <a:t> y aprovechar </a:t>
            </a:r>
            <a:r>
              <a:rPr lang="es-ES_tradnl" altLang="ja-JP" kern="1200" dirty="0">
                <a:solidFill>
                  <a:srgbClr val="8EB4E3"/>
                </a:solidFill>
                <a:latin typeface="Avenir Book"/>
                <a:ea typeface="+mj-ea"/>
                <a:cs typeface="Avenir Book"/>
              </a:rPr>
              <a:t>diversidad</a:t>
            </a:r>
            <a:r>
              <a:rPr lang="es-ES_tradnl" altLang="ja-JP" dirty="0">
                <a:solidFill>
                  <a:srgbClr val="558ED5"/>
                </a:solidFill>
                <a:latin typeface="Avenir Book" panose="02000503020000020003"/>
                <a:ea typeface="MS PGothic" panose="020B0600070205080204" pitchFamily="34" charset="-128"/>
                <a:cs typeface="Avenir Light"/>
              </a:rPr>
              <a:t> </a:t>
            </a:r>
            <a:r>
              <a:rPr lang="es-ES_tradnl" altLang="ja-JP" kern="1200" dirty="0">
                <a:solidFill>
                  <a:srgbClr val="8EB4E3"/>
                </a:solidFill>
                <a:latin typeface="Avenir Book"/>
                <a:ea typeface="+mj-ea"/>
                <a:cs typeface="Avenir Book"/>
              </a:rPr>
              <a:t>de diversidades</a:t>
            </a:r>
          </a:p>
          <a:p>
            <a:pPr lvl="1">
              <a:lnSpc>
                <a:spcPct val="110000"/>
              </a:lnSpc>
              <a:spcBef>
                <a:spcPts val="0"/>
              </a:spcBef>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Crisis política demanda creatividad y determinación</a:t>
            </a:r>
          </a:p>
          <a:p>
            <a:pPr>
              <a:lnSpc>
                <a:spcPct val="110000"/>
              </a:lnSpc>
              <a:spcBef>
                <a:spcPts val="0"/>
              </a:spcBef>
              <a:defRPr/>
            </a:pPr>
            <a:r>
              <a:rPr lang="es-ES_tradnl" altLang="ja-JP" dirty="0">
                <a:solidFill>
                  <a:srgbClr val="FFFFFF"/>
                </a:solidFill>
                <a:latin typeface="Avenir Book" panose="02000503020000020003"/>
                <a:ea typeface="MS PGothic" panose="020B0600070205080204" pitchFamily="34" charset="-128"/>
                <a:cs typeface="Avenir Light"/>
              </a:rPr>
              <a:t>Un nuevo rumbo: </a:t>
            </a:r>
            <a:r>
              <a:rPr lang="es-ES_tradnl" altLang="ja-JP" b="1" i="1" dirty="0">
                <a:solidFill>
                  <a:schemeClr val="accent2">
                    <a:lumMod val="60000"/>
                    <a:lumOff val="40000"/>
                  </a:schemeClr>
                </a:solidFill>
                <a:latin typeface="Avenir Book" panose="02000503020000020003"/>
                <a:ea typeface="MS PGothic" panose="020B0600070205080204" pitchFamily="34" charset="-128"/>
                <a:cs typeface="Avenir Light"/>
              </a:rPr>
              <a:t>Republicanismo Morado</a:t>
            </a:r>
            <a:endParaRPr lang="es-ES_tradnl" altLang="ja-JP" dirty="0">
              <a:solidFill>
                <a:schemeClr val="accent2">
                  <a:lumMod val="60000"/>
                  <a:lumOff val="40000"/>
                </a:schemeClr>
              </a:solidFill>
              <a:latin typeface="Avenir Book" panose="02000503020000020003"/>
              <a:ea typeface="MS PGothic" panose="020B0600070205080204" pitchFamily="34" charset="-128"/>
              <a:cs typeface="Avenir Light"/>
            </a:endParaRPr>
          </a:p>
          <a:p>
            <a:pPr lvl="1">
              <a:lnSpc>
                <a:spcPct val="110000"/>
              </a:lnSpc>
              <a:spcBef>
                <a:spcPts val="0"/>
              </a:spcBef>
              <a:defRPr/>
            </a:pPr>
            <a:endParaRPr lang="es-ES_tradnl" altLang="ja-JP" dirty="0">
              <a:solidFill>
                <a:srgbClr val="FFFFFF"/>
              </a:solidFill>
              <a:latin typeface="Avenir Book" panose="02000503020000020003"/>
              <a:ea typeface="MS PGothic" panose="020B0600070205080204" pitchFamily="34" charset="-128"/>
              <a:cs typeface="Avenir Ligh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6384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384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3843">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3843">
                                            <p:txEl>
                                              <p:pRg st="2" end="2"/>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3843">
                                            <p:txEl>
                                              <p:pRg st="3" end="3"/>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3843">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6384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6384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63843">
                                            <p:txEl>
                                              <p:pRg st="7" end="7"/>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63843">
                                            <p:txEl>
                                              <p:pRg st="8" end="8"/>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384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2" grpId="0"/>
      <p:bldP spid="16384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FF309E1E-88BC-F44A-9D20-7F4C91FD5FDF}"/>
              </a:ext>
            </a:extLst>
          </p:cNvPr>
          <p:cNvSpPr>
            <a:spLocks noGrp="1" noChangeArrowheads="1"/>
          </p:cNvSpPr>
          <p:nvPr>
            <p:ph type="title"/>
          </p:nvPr>
        </p:nvSpPr>
        <p:spPr>
          <a:xfrm>
            <a:off x="0" y="22225"/>
            <a:ext cx="9906000" cy="731838"/>
          </a:xfrm>
        </p:spPr>
        <p:txBody>
          <a:bodyPr>
            <a:noAutofit/>
          </a:bodyPr>
          <a:lstStyle/>
          <a:p>
            <a:pPr eaLnBrk="1" hangingPunct="1">
              <a:defRPr/>
            </a:pPr>
            <a:r>
              <a:rPr lang="es-ES" sz="3600" kern="1200" dirty="0">
                <a:solidFill>
                  <a:srgbClr val="8EB4E3"/>
                </a:solidFill>
                <a:latin typeface="Avenir Book"/>
                <a:ea typeface="+mj-ea"/>
                <a:cs typeface="Avenir Book"/>
              </a:rPr>
              <a:t>Partido Morado: Desafíos y oportunidades (2)</a:t>
            </a:r>
          </a:p>
        </p:txBody>
      </p:sp>
      <p:sp>
        <p:nvSpPr>
          <p:cNvPr id="163843" name="Rectangle 3">
            <a:extLst>
              <a:ext uri="{FF2B5EF4-FFF2-40B4-BE49-F238E27FC236}">
                <a16:creationId xmlns:a16="http://schemas.microsoft.com/office/drawing/2014/main" id="{BA973079-260D-239F-A1E8-EC844263B80F}"/>
              </a:ext>
            </a:extLst>
          </p:cNvPr>
          <p:cNvSpPr>
            <a:spLocks noGrp="1" noChangeArrowheads="1"/>
          </p:cNvSpPr>
          <p:nvPr>
            <p:ph type="body" idx="1"/>
          </p:nvPr>
        </p:nvSpPr>
        <p:spPr>
          <a:xfrm>
            <a:off x="0" y="908050"/>
            <a:ext cx="9906000" cy="5949950"/>
          </a:xfrm>
        </p:spPr>
        <p:txBody>
          <a:bodyPr/>
          <a:lstStyle/>
          <a:p>
            <a:pPr>
              <a:lnSpc>
                <a:spcPct val="110000"/>
              </a:lnSpc>
              <a:spcBef>
                <a:spcPct val="0"/>
              </a:spcBef>
            </a:pPr>
            <a:r>
              <a:rPr lang="es-ES_tradnl" altLang="ja-JP" dirty="0">
                <a:solidFill>
                  <a:srgbClr val="FFFFFF"/>
                </a:solidFill>
                <a:latin typeface="Avenir Book" panose="02000503020000020003"/>
              </a:rPr>
              <a:t>Desafíos y oportunidades del siglo 21</a:t>
            </a:r>
          </a:p>
          <a:p>
            <a:pPr lvl="1">
              <a:lnSpc>
                <a:spcPct val="110000"/>
              </a:lnSpc>
              <a:spcBef>
                <a:spcPct val="0"/>
              </a:spcBef>
              <a:buFont typeface="Arial" panose="020B0604020202020204" pitchFamily="34" charset="0"/>
              <a:buChar char="•"/>
            </a:pPr>
            <a:r>
              <a:rPr lang="es-ES_tradnl" altLang="ja-JP" kern="1200" dirty="0">
                <a:solidFill>
                  <a:srgbClr val="8EB4E3"/>
                </a:solidFill>
                <a:latin typeface="Avenir Book"/>
                <a:ea typeface="+mj-ea"/>
                <a:cs typeface="Avenir Book"/>
              </a:rPr>
              <a:t>Populismo tribal y trivial:</a:t>
            </a:r>
          </a:p>
          <a:p>
            <a:pPr marL="857250" lvl="2" indent="0">
              <a:lnSpc>
                <a:spcPct val="110000"/>
              </a:lnSpc>
              <a:spcBef>
                <a:spcPct val="0"/>
              </a:spcBef>
              <a:buFontTx/>
              <a:buNone/>
            </a:pPr>
            <a:r>
              <a:rPr lang="es-ES_tradnl" altLang="ja-JP" dirty="0">
                <a:solidFill>
                  <a:srgbClr val="FFFFFF"/>
                </a:solidFill>
                <a:latin typeface="Avenir Book" panose="02000503020000020003"/>
              </a:rPr>
              <a:t>”Los líderes populistas son producto de una profunda insatisfacción con una economía política manejada por las elites, ... de una actitud negativa frente al “sistema”, incluyendo la democracia” (G. Garrett, Decano de la Escuela de Negocios Wharton)</a:t>
            </a:r>
          </a:p>
          <a:p>
            <a:pPr lvl="1">
              <a:lnSpc>
                <a:spcPct val="110000"/>
              </a:lnSpc>
              <a:spcBef>
                <a:spcPct val="0"/>
              </a:spcBef>
              <a:buFont typeface="Arial" panose="020B0604020202020204" pitchFamily="34" charset="0"/>
              <a:buChar char="•"/>
            </a:pPr>
            <a:r>
              <a:rPr lang="es-ES_tradnl" altLang="ja-JP" dirty="0">
                <a:solidFill>
                  <a:srgbClr val="FFFFFF"/>
                </a:solidFill>
                <a:latin typeface="Avenir Book" panose="02000503020000020003"/>
              </a:rPr>
              <a:t>Fracaso del </a:t>
            </a:r>
            <a:r>
              <a:rPr lang="es-ES_tradnl" altLang="ja-JP" kern="1200" dirty="0">
                <a:solidFill>
                  <a:srgbClr val="8EB4E3"/>
                </a:solidFill>
                <a:latin typeface="Avenir Book"/>
                <a:ea typeface="+mj-ea"/>
                <a:cs typeface="Avenir Book"/>
              </a:rPr>
              <a:t>socialismo realmente existente </a:t>
            </a:r>
            <a:r>
              <a:rPr lang="es-ES_tradnl" altLang="ja-JP" dirty="0">
                <a:solidFill>
                  <a:srgbClr val="FFFFFF"/>
                </a:solidFill>
                <a:latin typeface="Avenir Book" panose="02000503020000020003"/>
              </a:rPr>
              <a:t>(desde la caída del Muro de Berlín, etc.)</a:t>
            </a:r>
          </a:p>
          <a:p>
            <a:pPr lvl="1">
              <a:lnSpc>
                <a:spcPct val="110000"/>
              </a:lnSpc>
              <a:spcBef>
                <a:spcPct val="0"/>
              </a:spcBef>
              <a:buFont typeface="Arial" panose="020B0604020202020204" pitchFamily="34" charset="0"/>
              <a:buChar char="•"/>
            </a:pPr>
            <a:r>
              <a:rPr lang="es-ES_tradnl" altLang="ja-JP" dirty="0">
                <a:solidFill>
                  <a:srgbClr val="FFFFFF"/>
                </a:solidFill>
                <a:latin typeface="Avenir Book" panose="02000503020000020003"/>
              </a:rPr>
              <a:t>Fracaso del </a:t>
            </a:r>
            <a:r>
              <a:rPr lang="es-ES_tradnl" altLang="ja-JP" kern="1200" dirty="0">
                <a:solidFill>
                  <a:srgbClr val="8EB4E3"/>
                </a:solidFill>
                <a:latin typeface="Avenir Book"/>
                <a:ea typeface="+mj-ea"/>
                <a:cs typeface="Avenir Book"/>
              </a:rPr>
              <a:t>neoliberalismo realmente existente </a:t>
            </a:r>
            <a:r>
              <a:rPr lang="es-ES_tradnl" altLang="ja-JP" dirty="0">
                <a:solidFill>
                  <a:srgbClr val="FFFFFF"/>
                </a:solidFill>
                <a:latin typeface="Avenir Book" panose="02000503020000020003"/>
              </a:rPr>
              <a:t>(desigualdad, crisis financieras, volatilidad, etc.)</a:t>
            </a:r>
          </a:p>
          <a:p>
            <a:pPr lvl="1">
              <a:lnSpc>
                <a:spcPct val="110000"/>
              </a:lnSpc>
              <a:spcBef>
                <a:spcPct val="0"/>
              </a:spcBef>
              <a:buFont typeface="Arial" panose="020B0604020202020204" pitchFamily="34" charset="0"/>
              <a:buChar char="•"/>
            </a:pPr>
            <a:r>
              <a:rPr lang="es-ES_tradnl" altLang="ja-JP" dirty="0">
                <a:solidFill>
                  <a:srgbClr val="FF0000"/>
                </a:solidFill>
                <a:latin typeface="Avenir Book" panose="02000503020000020003"/>
              </a:rPr>
              <a:t>Crisis de desarrollo y democracia</a:t>
            </a:r>
            <a:r>
              <a:rPr lang="es-ES_tradnl" altLang="ja-JP" dirty="0">
                <a:solidFill>
                  <a:srgbClr val="0068DA"/>
                </a:solidFill>
                <a:latin typeface="Avenir Book" panose="02000503020000020003"/>
              </a:rPr>
              <a:t> </a:t>
            </a:r>
            <a:r>
              <a:rPr lang="es-ES_tradnl" altLang="ja-JP" dirty="0">
                <a:solidFill>
                  <a:srgbClr val="FFFFFF"/>
                </a:solidFill>
                <a:latin typeface="Avenir Book" panose="02000503020000020003"/>
              </a:rPr>
              <a:t>en toda América Latina</a:t>
            </a:r>
          </a:p>
          <a:p>
            <a:pPr>
              <a:lnSpc>
                <a:spcPct val="110000"/>
              </a:lnSpc>
              <a:spcBef>
                <a:spcPct val="0"/>
              </a:spcBef>
            </a:pPr>
            <a:r>
              <a:rPr lang="es-ES_tradnl" altLang="ja-JP" dirty="0">
                <a:solidFill>
                  <a:srgbClr val="FFFFFF"/>
                </a:solidFill>
                <a:latin typeface="Avenir Book" panose="02000503020000020003"/>
              </a:rPr>
              <a:t>Una salida: el </a:t>
            </a:r>
            <a:r>
              <a:rPr lang="es-ES_tradnl" altLang="ja-JP" i="1" dirty="0">
                <a:solidFill>
                  <a:schemeClr val="accent6">
                    <a:lumMod val="60000"/>
                    <a:lumOff val="40000"/>
                  </a:schemeClr>
                </a:solidFill>
                <a:latin typeface="Avenir Book" panose="02000503020000020003"/>
              </a:rPr>
              <a:t>Republicanismo Morado</a:t>
            </a:r>
          </a:p>
          <a:p>
            <a:pPr lvl="1">
              <a:lnSpc>
                <a:spcPct val="110000"/>
              </a:lnSpc>
              <a:spcBef>
                <a:spcPct val="0"/>
              </a:spcBef>
            </a:pPr>
            <a:endParaRPr lang="es-ES_tradnl" altLang="ja-JP" dirty="0">
              <a:solidFill>
                <a:srgbClr val="FFFFFF"/>
              </a:solidFill>
              <a:latin typeface="Avenir Book" panose="02000503020000020003"/>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4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4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384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384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384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638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4AECE69A-B0EE-BA42-91B8-2A4D323A04C5}"/>
              </a:ext>
            </a:extLst>
          </p:cNvPr>
          <p:cNvSpPr>
            <a:spLocks noGrp="1" noChangeArrowheads="1"/>
          </p:cNvSpPr>
          <p:nvPr>
            <p:ph type="title"/>
          </p:nvPr>
        </p:nvSpPr>
        <p:spPr>
          <a:xfrm>
            <a:off x="0" y="22225"/>
            <a:ext cx="9906000" cy="871538"/>
          </a:xfrm>
        </p:spPr>
        <p:txBody>
          <a:bodyPr>
            <a:noAutofit/>
          </a:bodyPr>
          <a:lstStyle/>
          <a:p>
            <a:pPr>
              <a:defRPr/>
            </a:pPr>
            <a:r>
              <a:rPr lang="es-ES_tradnl" altLang="en-US" sz="3600" dirty="0">
                <a:solidFill>
                  <a:srgbClr val="8EB4E3"/>
                </a:solidFill>
                <a:latin typeface="Avenir Book" panose="02000503020000020003" pitchFamily="2" charset="0"/>
                <a:ea typeface="MS PGothic" panose="020B0600070205080204" pitchFamily="34" charset="-128"/>
              </a:rPr>
              <a:t>Republicanismo Morado: Pilares y principios</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
        <p:nvSpPr>
          <p:cNvPr id="163843" name="Rectangle 3">
            <a:extLst>
              <a:ext uri="{FF2B5EF4-FFF2-40B4-BE49-F238E27FC236}">
                <a16:creationId xmlns:a16="http://schemas.microsoft.com/office/drawing/2014/main" id="{28A6F400-8E6B-984F-B6FA-5067C3E0B9C0}"/>
              </a:ext>
            </a:extLst>
          </p:cNvPr>
          <p:cNvSpPr>
            <a:spLocks noGrp="1" noChangeArrowheads="1"/>
          </p:cNvSpPr>
          <p:nvPr>
            <p:ph type="body" idx="1"/>
          </p:nvPr>
        </p:nvSpPr>
        <p:spPr>
          <a:xfrm>
            <a:off x="-7938" y="870155"/>
            <a:ext cx="9906001" cy="5965620"/>
          </a:xfrm>
        </p:spPr>
        <p:txBody>
          <a:bodyPr>
            <a:normAutofit/>
          </a:bodyPr>
          <a:lstStyle/>
          <a:p>
            <a:pPr marL="192088" indent="0">
              <a:spcBef>
                <a:spcPts val="0"/>
              </a:spcBef>
              <a:buClr>
                <a:schemeClr val="tx1"/>
              </a:buClr>
              <a:buFontTx/>
              <a:buNone/>
              <a:defRPr/>
            </a:pPr>
            <a:r>
              <a:rPr lang="es-ES_tradnl" altLang="ja-JP" i="1" dirty="0">
                <a:solidFill>
                  <a:srgbClr val="8EB4E3"/>
                </a:solidFill>
                <a:latin typeface="Avenir Book" panose="02000503020000020003" pitchFamily="2" charset="0"/>
                <a:ea typeface="MS PGothic" panose="020B0600070205080204" pitchFamily="34" charset="-128"/>
              </a:rPr>
              <a:t>Cuatro pilares:</a:t>
            </a:r>
          </a:p>
          <a:p>
            <a:pPr marL="868363" indent="-457200">
              <a:spcBef>
                <a:spcPts val="0"/>
              </a:spcBef>
              <a:defRPr/>
            </a:pPr>
            <a:r>
              <a:rPr lang="es-ES_tradnl" altLang="ja-JP" sz="2800" dirty="0">
                <a:solidFill>
                  <a:srgbClr val="FFFFFF"/>
                </a:solidFill>
                <a:latin typeface="Avenir Book" panose="02000503020000020003"/>
                <a:ea typeface="MS PGothic" panose="020B0600070205080204" pitchFamily="34" charset="-128"/>
                <a:cs typeface="Avenir Light"/>
              </a:rPr>
              <a:t>Libertad individual</a:t>
            </a:r>
          </a:p>
          <a:p>
            <a:pPr marL="868363" indent="-457200">
              <a:spcBef>
                <a:spcPts val="0"/>
              </a:spcBef>
              <a:defRPr/>
            </a:pPr>
            <a:r>
              <a:rPr lang="es-ES_tradnl" altLang="ja-JP" sz="2800" dirty="0">
                <a:solidFill>
                  <a:srgbClr val="FFFFFF"/>
                </a:solidFill>
                <a:latin typeface="Avenir Book" panose="02000503020000020003"/>
                <a:ea typeface="MS PGothic" panose="020B0600070205080204" pitchFamily="34" charset="-128"/>
                <a:cs typeface="Avenir Light"/>
              </a:rPr>
              <a:t>Acción colectiva</a:t>
            </a:r>
          </a:p>
          <a:p>
            <a:pPr marL="868363" indent="-457200">
              <a:spcBef>
                <a:spcPts val="0"/>
              </a:spcBef>
              <a:defRPr/>
            </a:pPr>
            <a:r>
              <a:rPr lang="es-ES_tradnl" altLang="ja-JP" sz="2800" dirty="0">
                <a:solidFill>
                  <a:srgbClr val="FFFFFF"/>
                </a:solidFill>
                <a:latin typeface="Avenir Book" panose="02000503020000020003"/>
                <a:ea typeface="MS PGothic" panose="020B0600070205080204" pitchFamily="34" charset="-128"/>
                <a:cs typeface="Avenir Light"/>
              </a:rPr>
              <a:t>Entorno biofísico</a:t>
            </a:r>
          </a:p>
          <a:p>
            <a:pPr marL="868363" indent="-457200">
              <a:spcBef>
                <a:spcPts val="0"/>
              </a:spcBef>
              <a:defRPr/>
            </a:pPr>
            <a:r>
              <a:rPr lang="es-ES_tradnl" altLang="ja-JP" sz="2800" dirty="0">
                <a:solidFill>
                  <a:srgbClr val="FFFFFF"/>
                </a:solidFill>
                <a:latin typeface="Avenir Book" panose="02000503020000020003"/>
                <a:ea typeface="MS PGothic" panose="020B0600070205080204" pitchFamily="34" charset="-128"/>
                <a:cs typeface="Avenir Light"/>
              </a:rPr>
              <a:t>Superación personal y trascendencia</a:t>
            </a:r>
          </a:p>
          <a:p>
            <a:pPr marL="411163" indent="0">
              <a:spcBef>
                <a:spcPts val="0"/>
              </a:spcBef>
              <a:buFontTx/>
              <a:buNone/>
              <a:defRPr/>
            </a:pPr>
            <a:endParaRPr lang="es-ES_tradnl" altLang="ja-JP" sz="2800" dirty="0">
              <a:solidFill>
                <a:srgbClr val="FFFFFF"/>
              </a:solidFill>
              <a:latin typeface="Avenir Book" panose="02000503020000020003"/>
              <a:ea typeface="MS PGothic" panose="020B0600070205080204" pitchFamily="34" charset="-128"/>
              <a:cs typeface="Avenir Light"/>
            </a:endParaRPr>
          </a:p>
          <a:p>
            <a:pPr marL="192088" indent="0">
              <a:spcBef>
                <a:spcPts val="0"/>
              </a:spcBef>
              <a:buClr>
                <a:schemeClr val="tx1"/>
              </a:buClr>
              <a:buNone/>
              <a:defRPr/>
            </a:pPr>
            <a:r>
              <a:rPr lang="es-ES_tradnl" altLang="ja-JP" i="1" dirty="0">
                <a:solidFill>
                  <a:srgbClr val="8EB4E3"/>
                </a:solidFill>
                <a:latin typeface="Avenir Book" panose="02000503020000020003" pitchFamily="2" charset="0"/>
                <a:ea typeface="MS PGothic" panose="020B0600070205080204" pitchFamily="34" charset="-128"/>
              </a:rPr>
              <a:t>Seis principios:</a:t>
            </a:r>
          </a:p>
          <a:p>
            <a:pPr marL="868363" lvl="1" indent="-457200">
              <a:spcBef>
                <a:spcPts val="0"/>
              </a:spcBef>
              <a:buFontTx/>
              <a:buChar char="•"/>
              <a:defRPr/>
            </a:pPr>
            <a:r>
              <a:rPr lang="es-ES_tradnl" altLang="ja-JP" dirty="0">
                <a:solidFill>
                  <a:srgbClr val="FFFFFF"/>
                </a:solidFill>
                <a:latin typeface="Avenir Book" panose="02000503020000020003"/>
                <a:ea typeface="MS PGothic" panose="020B0600070205080204" pitchFamily="34" charset="-128"/>
                <a:cs typeface="Avenir Light"/>
              </a:rPr>
              <a:t>Confianza</a:t>
            </a:r>
          </a:p>
          <a:p>
            <a:pPr marL="868363" lvl="1" indent="-457200">
              <a:spcBef>
                <a:spcPts val="0"/>
              </a:spcBef>
              <a:buFontTx/>
              <a:buChar char="•"/>
              <a:defRPr/>
            </a:pPr>
            <a:r>
              <a:rPr lang="es-ES_tradnl" altLang="ja-JP" dirty="0">
                <a:solidFill>
                  <a:srgbClr val="FFFFFF"/>
                </a:solidFill>
                <a:latin typeface="Avenir Book" panose="02000503020000020003"/>
                <a:ea typeface="MS PGothic" panose="020B0600070205080204" pitchFamily="34" charset="-128"/>
                <a:cs typeface="Avenir Light"/>
              </a:rPr>
              <a:t>Responsabilidad</a:t>
            </a:r>
          </a:p>
          <a:p>
            <a:pPr marL="868363" lvl="1" indent="-457200">
              <a:spcBef>
                <a:spcPts val="0"/>
              </a:spcBef>
              <a:buFontTx/>
              <a:buChar char="•"/>
              <a:defRPr/>
            </a:pPr>
            <a:r>
              <a:rPr lang="es-ES_tradnl" altLang="ja-JP" dirty="0">
                <a:solidFill>
                  <a:srgbClr val="FFFFFF"/>
                </a:solidFill>
                <a:latin typeface="Avenir Book" panose="02000503020000020003"/>
                <a:ea typeface="MS PGothic" panose="020B0600070205080204" pitchFamily="34" charset="-128"/>
                <a:cs typeface="Avenir Light"/>
              </a:rPr>
              <a:t>Tolerancia</a:t>
            </a:r>
          </a:p>
          <a:p>
            <a:pPr marL="868363" lvl="1" indent="-457200">
              <a:spcBef>
                <a:spcPts val="0"/>
              </a:spcBef>
              <a:buFontTx/>
              <a:buChar char="•"/>
              <a:defRPr/>
            </a:pPr>
            <a:r>
              <a:rPr lang="es-ES_tradnl" altLang="ja-JP" dirty="0">
                <a:solidFill>
                  <a:srgbClr val="FFFFFF"/>
                </a:solidFill>
                <a:latin typeface="Avenir Book" panose="02000503020000020003"/>
                <a:ea typeface="MS PGothic" panose="020B0600070205080204" pitchFamily="34" charset="-128"/>
                <a:cs typeface="Avenir Light"/>
              </a:rPr>
              <a:t>Conocimiento</a:t>
            </a:r>
          </a:p>
          <a:p>
            <a:pPr marL="868363" lvl="1" indent="-457200">
              <a:spcBef>
                <a:spcPts val="0"/>
              </a:spcBef>
              <a:buFontTx/>
              <a:buChar char="•"/>
              <a:defRPr/>
            </a:pPr>
            <a:r>
              <a:rPr lang="es-ES_tradnl" altLang="ja-JP" dirty="0">
                <a:solidFill>
                  <a:srgbClr val="FFFFFF"/>
                </a:solidFill>
                <a:latin typeface="Avenir Book" panose="02000503020000020003"/>
                <a:ea typeface="MS PGothic" panose="020B0600070205080204" pitchFamily="34" charset="-128"/>
                <a:cs typeface="Avenir Light"/>
              </a:rPr>
              <a:t>Eficacia</a:t>
            </a:r>
          </a:p>
          <a:p>
            <a:pPr marL="868363" lvl="1" indent="-457200">
              <a:spcBef>
                <a:spcPts val="0"/>
              </a:spcBef>
              <a:buFontTx/>
              <a:buChar char="•"/>
              <a:defRPr/>
            </a:pPr>
            <a:r>
              <a:rPr lang="es-ES_tradnl" altLang="ja-JP" dirty="0">
                <a:solidFill>
                  <a:srgbClr val="FFFFFF"/>
                </a:solidFill>
                <a:latin typeface="Avenir Book" panose="02000503020000020003"/>
                <a:ea typeface="MS PGothic" panose="020B0600070205080204" pitchFamily="34" charset="-128"/>
                <a:cs typeface="Avenir Light"/>
              </a:rPr>
              <a:t>Moderación</a:t>
            </a:r>
          </a:p>
          <a:p>
            <a:pPr lvl="1">
              <a:spcBef>
                <a:spcPts val="0"/>
              </a:spcBef>
              <a:buClr>
                <a:schemeClr val="tx1"/>
              </a:buClr>
              <a:defRPr/>
            </a:pPr>
            <a:endParaRPr lang="es-ES_tradnl" altLang="ja-JP" dirty="0">
              <a:latin typeface="Avenir Book" panose="02000503020000020003"/>
              <a:ea typeface="MS PGothic" panose="020B0600070205080204" pitchFamily="34" charset="-128"/>
              <a:cs typeface="Avenir Light"/>
            </a:endParaRPr>
          </a:p>
          <a:p>
            <a:pPr lvl="1">
              <a:spcBef>
                <a:spcPts val="0"/>
              </a:spcBef>
              <a:buClr>
                <a:schemeClr val="tx1"/>
              </a:buClr>
              <a:defRPr/>
            </a:pPr>
            <a:endParaRPr lang="es-ES_tradnl" altLang="ja-JP" dirty="0">
              <a:latin typeface="Avenir Book" panose="02000503020000020003"/>
              <a:ea typeface="MS PGothic" panose="020B0600070205080204" pitchFamily="34" charset="-128"/>
              <a:cs typeface="Avenir Ligh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4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4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4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4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843">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384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3843">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3843">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384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C80A0397-9AE1-0A45-A1CC-F7BF3A87CA26}"/>
              </a:ext>
            </a:extLst>
          </p:cNvPr>
          <p:cNvSpPr>
            <a:spLocks noGrp="1" noChangeArrowheads="1"/>
          </p:cNvSpPr>
          <p:nvPr>
            <p:ph type="title"/>
          </p:nvPr>
        </p:nvSpPr>
        <p:spPr>
          <a:xfrm>
            <a:off x="0" y="22225"/>
            <a:ext cx="9906000" cy="871538"/>
          </a:xfrm>
        </p:spPr>
        <p:txBody>
          <a:bodyPr>
            <a:noAutofit/>
          </a:bodyPr>
          <a:lstStyle/>
          <a:p>
            <a:pPr>
              <a:defRPr/>
            </a:pPr>
            <a:r>
              <a:rPr lang="es-ES_tradnl" altLang="en-US" sz="3600" dirty="0">
                <a:solidFill>
                  <a:srgbClr val="8EB4E3"/>
                </a:solidFill>
                <a:latin typeface="Avenir Book" panose="02000503020000020003" pitchFamily="2" charset="0"/>
                <a:ea typeface="MS PGothic" panose="020B0600070205080204" pitchFamily="34" charset="-128"/>
              </a:rPr>
              <a:t>Republicanismo Morado: Pilares (1)</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
        <p:nvSpPr>
          <p:cNvPr id="163843" name="Rectangle 3">
            <a:extLst>
              <a:ext uri="{FF2B5EF4-FFF2-40B4-BE49-F238E27FC236}">
                <a16:creationId xmlns:a16="http://schemas.microsoft.com/office/drawing/2014/main" id="{B7B00D84-37FF-4F4F-BFF8-2D6555894035}"/>
              </a:ext>
            </a:extLst>
          </p:cNvPr>
          <p:cNvSpPr>
            <a:spLocks noGrp="1" noChangeArrowheads="1"/>
          </p:cNvSpPr>
          <p:nvPr>
            <p:ph type="body" idx="1"/>
          </p:nvPr>
        </p:nvSpPr>
        <p:spPr>
          <a:xfrm>
            <a:off x="0" y="929124"/>
            <a:ext cx="9906000" cy="5928876"/>
          </a:xfrm>
        </p:spPr>
        <p:txBody>
          <a:bodyPr>
            <a:normAutofit/>
          </a:bodyPr>
          <a:lstStyle/>
          <a:p>
            <a:pPr marL="0" indent="0">
              <a:spcBef>
                <a:spcPts val="0"/>
              </a:spcBef>
              <a:buClr>
                <a:schemeClr val="tx1"/>
              </a:buClr>
              <a:buFontTx/>
              <a:buNone/>
              <a:defRPr/>
            </a:pPr>
            <a:r>
              <a:rPr lang="es-ES_tradnl" altLang="ja-JP" i="1" dirty="0">
                <a:solidFill>
                  <a:srgbClr val="8EB4E3"/>
                </a:solidFill>
                <a:latin typeface="Avenir Book" panose="02000503020000020003"/>
                <a:ea typeface="MS PGothic" panose="020B0600070205080204" pitchFamily="34" charset="-128"/>
              </a:rPr>
              <a:t>Libertad individual</a:t>
            </a:r>
          </a:p>
          <a:p>
            <a:pPr marL="868363" indent="-457200">
              <a:spcBef>
                <a:spcPts val="0"/>
              </a:spcBef>
              <a:defRPr/>
            </a:pPr>
            <a:r>
              <a:rPr lang="es-ES_tradnl" altLang="ja-JP" sz="2800" dirty="0">
                <a:solidFill>
                  <a:srgbClr val="FFFFFF"/>
                </a:solidFill>
                <a:latin typeface="Avenir Book" panose="02000503020000020003"/>
                <a:ea typeface="MS PGothic" panose="020B0600070205080204" pitchFamily="34" charset="-128"/>
                <a:cs typeface="Avenir Light"/>
              </a:rPr>
              <a:t>Desarrolla capacidades, libera mentes, afirma dignidad, no discrimina, promueve autonomía e independencia</a:t>
            </a:r>
          </a:p>
          <a:p>
            <a:pPr marL="868363" indent="-457200">
              <a:spcBef>
                <a:spcPts val="0"/>
              </a:spcBef>
              <a:defRPr/>
            </a:pPr>
            <a:r>
              <a:rPr lang="es-ES_tradnl" altLang="ja-JP" sz="2800" dirty="0">
                <a:solidFill>
                  <a:srgbClr val="FFFFFF"/>
                </a:solidFill>
                <a:latin typeface="Avenir Book" panose="02000503020000020003"/>
                <a:ea typeface="MS PGothic" panose="020B0600070205080204" pitchFamily="34" charset="-128"/>
                <a:cs typeface="Avenir Light"/>
              </a:rPr>
              <a:t>Progreso depende del talento y el esfuerzo personal, no de privilegios: “cancha plana para todos y todas”</a:t>
            </a:r>
          </a:p>
          <a:p>
            <a:pPr marL="0" indent="0">
              <a:spcBef>
                <a:spcPts val="0"/>
              </a:spcBef>
              <a:buClr>
                <a:schemeClr val="tx1"/>
              </a:buClr>
              <a:buFontTx/>
              <a:buNone/>
              <a:defRPr/>
            </a:pPr>
            <a:r>
              <a:rPr lang="es-ES_tradnl" altLang="ja-JP" i="1" dirty="0">
                <a:solidFill>
                  <a:srgbClr val="8EB4E3"/>
                </a:solidFill>
                <a:latin typeface="Avenir Book" panose="02000503020000020003"/>
                <a:ea typeface="MS PGothic" panose="020B0600070205080204" pitchFamily="34" charset="-128"/>
              </a:rPr>
              <a:t>Acción colectiva</a:t>
            </a:r>
          </a:p>
          <a:p>
            <a:pPr marL="868363" lvl="1" indent="-457200">
              <a:spcBef>
                <a:spcPts val="0"/>
              </a:spcBef>
              <a:buFontTx/>
              <a:buChar char="•"/>
              <a:defRPr/>
            </a:pPr>
            <a:r>
              <a:rPr lang="es-ES_tradnl" altLang="ja-JP" dirty="0">
                <a:solidFill>
                  <a:srgbClr val="FFFFFF"/>
                </a:solidFill>
                <a:latin typeface="Avenir Book" panose="02000503020000020003"/>
                <a:ea typeface="MS PGothic" panose="020B0600070205080204" pitchFamily="34" charset="-128"/>
                <a:cs typeface="Avenir Light"/>
              </a:rPr>
              <a:t>Respeta libertad de otros, acción conjunta facilita progreso individual, reconoce igualdad intrínseca, valora diversidad y solidaridad, garantiza seguridad, resuelve conflictos, afirma identidad nacional</a:t>
            </a:r>
          </a:p>
          <a:p>
            <a:pPr marL="868363" lvl="1" indent="-457200">
              <a:spcBef>
                <a:spcPts val="0"/>
              </a:spcBef>
              <a:buFontTx/>
              <a:buChar char="•"/>
              <a:defRPr/>
            </a:pPr>
            <a:r>
              <a:rPr lang="es-ES_tradnl" altLang="ja-JP" dirty="0">
                <a:solidFill>
                  <a:srgbClr val="FFFFFF"/>
                </a:solidFill>
                <a:latin typeface="Avenir Book" panose="02000503020000020003"/>
                <a:ea typeface="MS PGothic" panose="020B0600070205080204" pitchFamily="34" charset="-128"/>
                <a:cs typeface="Avenir Light"/>
              </a:rPr>
              <a:t>Moviliza recursos cooperativamente: el todo es más que la suma de las partes</a:t>
            </a:r>
          </a:p>
          <a:p>
            <a:pPr marL="868363" lvl="1" indent="-457200">
              <a:spcBef>
                <a:spcPts val="0"/>
              </a:spcBef>
              <a:buFontTx/>
              <a:buChar char="•"/>
              <a:defRPr/>
            </a:pPr>
            <a:r>
              <a:rPr lang="es-ES_tradnl" altLang="ja-JP" dirty="0">
                <a:solidFill>
                  <a:srgbClr val="FFFFFF"/>
                </a:solidFill>
                <a:latin typeface="Avenir Book" panose="02000503020000020003"/>
                <a:ea typeface="MS PGothic" panose="020B0600070205080204" pitchFamily="34" charset="-128"/>
                <a:cs typeface="Avenir Light"/>
              </a:rPr>
              <a:t>Consolida prácticas democráticas</a:t>
            </a:r>
            <a:endParaRPr lang="es-ES_tradnl" altLang="ja-JP" dirty="0">
              <a:latin typeface="Avenir Book" panose="02000503020000020003"/>
              <a:ea typeface="MS PGothic" panose="020B0600070205080204" pitchFamily="34" charset="-128"/>
              <a:cs typeface="Avenir Ligh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4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4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4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Rectangle 3">
            <a:extLst>
              <a:ext uri="{FF2B5EF4-FFF2-40B4-BE49-F238E27FC236}">
                <a16:creationId xmlns:a16="http://schemas.microsoft.com/office/drawing/2014/main" id="{08812009-3825-D246-805A-FF7721C4B571}"/>
              </a:ext>
            </a:extLst>
          </p:cNvPr>
          <p:cNvSpPr>
            <a:spLocks noGrp="1" noChangeArrowheads="1"/>
          </p:cNvSpPr>
          <p:nvPr>
            <p:ph type="body" idx="1"/>
          </p:nvPr>
        </p:nvSpPr>
        <p:spPr>
          <a:xfrm>
            <a:off x="0" y="893763"/>
            <a:ext cx="9906000" cy="5964237"/>
          </a:xfrm>
        </p:spPr>
        <p:txBody>
          <a:bodyPr>
            <a:normAutofit fontScale="92500" lnSpcReduction="10000"/>
          </a:bodyPr>
          <a:lstStyle/>
          <a:p>
            <a:pPr marL="0" indent="0">
              <a:lnSpc>
                <a:spcPct val="110000"/>
              </a:lnSpc>
              <a:spcBef>
                <a:spcPts val="0"/>
              </a:spcBef>
              <a:buClr>
                <a:schemeClr val="tx1"/>
              </a:buClr>
              <a:buFontTx/>
              <a:buNone/>
              <a:defRPr/>
            </a:pPr>
            <a:r>
              <a:rPr lang="es-ES_tradnl" altLang="ja-JP" sz="3500" i="1" dirty="0">
                <a:solidFill>
                  <a:srgbClr val="8EB4E3"/>
                </a:solidFill>
                <a:latin typeface="Avenir Book" panose="02000503020000020003"/>
                <a:ea typeface="MS PGothic" panose="020B0600070205080204" pitchFamily="34" charset="-128"/>
              </a:rPr>
              <a:t>Entorno biofísico</a:t>
            </a:r>
          </a:p>
          <a:p>
            <a:pPr lvl="1">
              <a:lnSpc>
                <a:spcPct val="110000"/>
              </a:lnSpc>
              <a:spcBef>
                <a:spcPts val="0"/>
              </a:spcBef>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Conocer, conservar y utilizar racionalmente los recursos naturales, aprovechar diversidad de diversidades, proteger el medio ambiente, respetar generaciones futuras</a:t>
            </a:r>
          </a:p>
          <a:p>
            <a:pPr lvl="1">
              <a:lnSpc>
                <a:spcPct val="110000"/>
              </a:lnSpc>
              <a:spcBef>
                <a:spcPts val="0"/>
              </a:spcBef>
              <a:buClr>
                <a:schemeClr val="bg2">
                  <a:lumMod val="60000"/>
                  <a:lumOff val="40000"/>
                </a:schemeClr>
              </a:buClr>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Ordenamiento territorial; participación ciudadana; prevención de conflictos; identificación, registro e investigación de recursos naturales </a:t>
            </a:r>
          </a:p>
          <a:p>
            <a:pPr marL="0" indent="0">
              <a:lnSpc>
                <a:spcPct val="110000"/>
              </a:lnSpc>
              <a:spcBef>
                <a:spcPts val="0"/>
              </a:spcBef>
              <a:buClr>
                <a:schemeClr val="tx1"/>
              </a:buClr>
              <a:buNone/>
              <a:defRPr/>
            </a:pPr>
            <a:r>
              <a:rPr lang="es-ES_tradnl" altLang="ja-JP" sz="3500" i="1" dirty="0">
                <a:solidFill>
                  <a:srgbClr val="8EB4E3"/>
                </a:solidFill>
                <a:latin typeface="Avenir Book" panose="02000503020000020003"/>
                <a:ea typeface="MS PGothic" panose="020B0600070205080204" pitchFamily="34" charset="-128"/>
              </a:rPr>
              <a:t>Superación personal y trascendencia</a:t>
            </a:r>
          </a:p>
          <a:p>
            <a:pPr lvl="1">
              <a:lnSpc>
                <a:spcPct val="110000"/>
              </a:lnSpc>
              <a:spcBef>
                <a:spcPts val="0"/>
              </a:spcBef>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Dar sentido y calidad a la vida; promover visión compartida de futuro e historia; interpretar permanente la realidad nacional; difundir valores a toda la sociedad</a:t>
            </a:r>
          </a:p>
          <a:p>
            <a:pPr lvl="1">
              <a:lnSpc>
                <a:spcPct val="110000"/>
              </a:lnSpc>
              <a:spcBef>
                <a:spcPts val="0"/>
              </a:spcBef>
              <a:buClr>
                <a:schemeClr val="bg2">
                  <a:lumMod val="60000"/>
                  <a:lumOff val="40000"/>
                </a:schemeClr>
              </a:buClr>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Considerar resultados y consecuencias; estimular aspiraciones de superación; ciudadanos libres, conscientes, solidarios, responsables, integrados</a:t>
            </a:r>
          </a:p>
          <a:p>
            <a:pPr lvl="1">
              <a:lnSpc>
                <a:spcPct val="110000"/>
              </a:lnSpc>
              <a:spcBef>
                <a:spcPts val="0"/>
              </a:spcBef>
              <a:buClr>
                <a:schemeClr val="tx1"/>
              </a:buClr>
              <a:defRPr/>
            </a:pPr>
            <a:endParaRPr lang="es-ES_tradnl" altLang="ja-JP" dirty="0">
              <a:latin typeface="Avenir Book" panose="02000503020000020003"/>
              <a:ea typeface="MS PGothic" panose="020B0600070205080204" pitchFamily="34" charset="-128"/>
              <a:cs typeface="Avenir Light"/>
            </a:endParaRPr>
          </a:p>
          <a:p>
            <a:pPr lvl="1">
              <a:lnSpc>
                <a:spcPct val="110000"/>
              </a:lnSpc>
              <a:spcBef>
                <a:spcPts val="0"/>
              </a:spcBef>
              <a:buClr>
                <a:schemeClr val="tx1"/>
              </a:buClr>
              <a:defRPr/>
            </a:pPr>
            <a:endParaRPr lang="es-ES_tradnl" altLang="ja-JP" dirty="0">
              <a:latin typeface="Avenir Book" panose="02000503020000020003"/>
              <a:ea typeface="MS PGothic" panose="020B0600070205080204" pitchFamily="34" charset="-128"/>
              <a:cs typeface="Avenir Light"/>
            </a:endParaRPr>
          </a:p>
        </p:txBody>
      </p:sp>
      <p:sp>
        <p:nvSpPr>
          <p:cNvPr id="5" name="Rectangle 2">
            <a:extLst>
              <a:ext uri="{FF2B5EF4-FFF2-40B4-BE49-F238E27FC236}">
                <a16:creationId xmlns:a16="http://schemas.microsoft.com/office/drawing/2014/main" id="{6A6C9C3C-85E0-9147-8A39-911AC5EEBB8E}"/>
              </a:ext>
            </a:extLst>
          </p:cNvPr>
          <p:cNvSpPr>
            <a:spLocks noGrp="1" noChangeArrowheads="1"/>
          </p:cNvSpPr>
          <p:nvPr>
            <p:ph type="title"/>
          </p:nvPr>
        </p:nvSpPr>
        <p:spPr>
          <a:xfrm>
            <a:off x="0" y="22225"/>
            <a:ext cx="9906000" cy="871538"/>
          </a:xfrm>
        </p:spPr>
        <p:txBody>
          <a:bodyPr>
            <a:noAutofit/>
          </a:bodyPr>
          <a:lstStyle/>
          <a:p>
            <a:pPr>
              <a:defRPr/>
            </a:pPr>
            <a:r>
              <a:rPr lang="es-ES_tradnl" altLang="en-US" sz="3600" dirty="0">
                <a:solidFill>
                  <a:srgbClr val="8EB4E3"/>
                </a:solidFill>
                <a:latin typeface="Avenir Book" panose="02000503020000020003" pitchFamily="2" charset="0"/>
                <a:ea typeface="MS PGothic" panose="020B0600070205080204" pitchFamily="34" charset="-128"/>
              </a:rPr>
              <a:t>Republicanismo Morado: Pilares (2)</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4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384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4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Rectangle 3">
            <a:extLst>
              <a:ext uri="{FF2B5EF4-FFF2-40B4-BE49-F238E27FC236}">
                <a16:creationId xmlns:a16="http://schemas.microsoft.com/office/drawing/2014/main" id="{C60588BF-92A4-5246-81B8-0DBA8DCF2D78}"/>
              </a:ext>
            </a:extLst>
          </p:cNvPr>
          <p:cNvSpPr>
            <a:spLocks noGrp="1" noChangeArrowheads="1"/>
          </p:cNvSpPr>
          <p:nvPr>
            <p:ph type="body" idx="1"/>
          </p:nvPr>
        </p:nvSpPr>
        <p:spPr>
          <a:xfrm>
            <a:off x="0" y="893763"/>
            <a:ext cx="9906000" cy="5964237"/>
          </a:xfrm>
        </p:spPr>
        <p:txBody>
          <a:bodyPr>
            <a:normAutofit lnSpcReduction="10000"/>
          </a:bodyPr>
          <a:lstStyle/>
          <a:p>
            <a:pPr marL="0" indent="0">
              <a:lnSpc>
                <a:spcPct val="110000"/>
              </a:lnSpc>
              <a:spcBef>
                <a:spcPts val="0"/>
              </a:spcBef>
              <a:buClr>
                <a:schemeClr val="tx1"/>
              </a:buClr>
              <a:buFontTx/>
              <a:buNone/>
              <a:defRPr/>
            </a:pPr>
            <a:r>
              <a:rPr lang="es-ES_tradnl" altLang="ja-JP" i="1" dirty="0">
                <a:solidFill>
                  <a:srgbClr val="8EB4E3"/>
                </a:solidFill>
                <a:latin typeface="Avenir Book" panose="02000503020000020003"/>
                <a:ea typeface="MS PGothic" panose="020B0600070205080204" pitchFamily="34" charset="-128"/>
              </a:rPr>
              <a:t>Confianza</a:t>
            </a:r>
          </a:p>
          <a:p>
            <a:pPr lvl="1">
              <a:lnSpc>
                <a:spcPct val="110000"/>
              </a:lnSpc>
              <a:spcBef>
                <a:spcPts val="0"/>
              </a:spcBef>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Actuar para lograr el bien común; vocación de servicio; austeridad, honestidad y sencillez; separar el interés público del privado; cumplir la palabra: </a:t>
            </a:r>
            <a:r>
              <a:rPr lang="es-ES_tradnl" altLang="ja-JP" sz="3000" dirty="0">
                <a:solidFill>
                  <a:srgbClr val="8EB4E3"/>
                </a:solidFill>
                <a:latin typeface="Avenir Book" panose="02000503020000020003"/>
                <a:ea typeface="MS PGothic" panose="020B0600070205080204" pitchFamily="34" charset="-128"/>
              </a:rPr>
              <a:t>“no prometo lo que no puedo cumplir y cumplo lo que prometo”</a:t>
            </a:r>
          </a:p>
          <a:p>
            <a:pPr marL="0" indent="0">
              <a:lnSpc>
                <a:spcPct val="110000"/>
              </a:lnSpc>
              <a:spcBef>
                <a:spcPts val="0"/>
              </a:spcBef>
              <a:buClr>
                <a:schemeClr val="tx1"/>
              </a:buClr>
              <a:buFontTx/>
              <a:buNone/>
              <a:defRPr/>
            </a:pPr>
            <a:r>
              <a:rPr lang="es-ES_tradnl" altLang="ja-JP" i="1" dirty="0">
                <a:solidFill>
                  <a:srgbClr val="8EB4E3"/>
                </a:solidFill>
                <a:latin typeface="Avenir Book" panose="02000503020000020003"/>
                <a:ea typeface="MS PGothic" panose="020B0600070205080204" pitchFamily="34" charset="-128"/>
              </a:rPr>
              <a:t>Responsabilidad</a:t>
            </a:r>
          </a:p>
          <a:p>
            <a:pPr lvl="1">
              <a:lnSpc>
                <a:spcPct val="110000"/>
              </a:lnSpc>
              <a:spcBef>
                <a:spcPts val="0"/>
              </a:spcBef>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Asumir compromisos y cumplir obligaciones; ser solidario y velar por el bienestar de otros; admitir errores; asumir las consecuencias de nuestros actos</a:t>
            </a:r>
          </a:p>
          <a:p>
            <a:pPr marL="0" lvl="1" indent="0">
              <a:lnSpc>
                <a:spcPct val="120000"/>
              </a:lnSpc>
              <a:spcBef>
                <a:spcPts val="0"/>
              </a:spcBef>
              <a:buClr>
                <a:schemeClr val="tx1"/>
              </a:buClr>
              <a:buNone/>
              <a:defRPr/>
            </a:pPr>
            <a:r>
              <a:rPr lang="es-ES_tradnl" altLang="ja-JP" sz="3200" i="1" dirty="0">
                <a:solidFill>
                  <a:srgbClr val="8EB4E3"/>
                </a:solidFill>
                <a:latin typeface="Avenir Book" panose="02000503020000020003"/>
                <a:ea typeface="MS PGothic" panose="020B0600070205080204" pitchFamily="34" charset="-128"/>
              </a:rPr>
              <a:t>Tolerancia</a:t>
            </a:r>
          </a:p>
          <a:p>
            <a:pPr lvl="1">
              <a:lnSpc>
                <a:spcPct val="110000"/>
              </a:lnSpc>
              <a:spcBef>
                <a:spcPts val="0"/>
              </a:spcBef>
              <a:buClr>
                <a:schemeClr val="bg2">
                  <a:lumMod val="60000"/>
                  <a:lumOff val="40000"/>
                </a:schemeClr>
              </a:buClr>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Reconocer la igualdad;  escuchar a otros; respetar y valorar la diversidad; rechazar dominación y discriminación; promover empatía y comprensión</a:t>
            </a:r>
            <a:endParaRPr lang="es-ES_tradnl" altLang="ja-JP" dirty="0">
              <a:latin typeface="Avenir Book" panose="02000503020000020003"/>
              <a:ea typeface="MS PGothic" panose="020B0600070205080204" pitchFamily="34" charset="-128"/>
              <a:cs typeface="Avenir Light"/>
            </a:endParaRPr>
          </a:p>
        </p:txBody>
      </p:sp>
      <p:sp>
        <p:nvSpPr>
          <p:cNvPr id="5" name="Rectangle 2">
            <a:extLst>
              <a:ext uri="{FF2B5EF4-FFF2-40B4-BE49-F238E27FC236}">
                <a16:creationId xmlns:a16="http://schemas.microsoft.com/office/drawing/2014/main" id="{7DA1DA7F-C0DF-6A46-AC67-AC19465D8094}"/>
              </a:ext>
            </a:extLst>
          </p:cNvPr>
          <p:cNvSpPr>
            <a:spLocks noGrp="1" noChangeArrowheads="1"/>
          </p:cNvSpPr>
          <p:nvPr>
            <p:ph type="title"/>
          </p:nvPr>
        </p:nvSpPr>
        <p:spPr>
          <a:xfrm>
            <a:off x="0" y="41275"/>
            <a:ext cx="9906000" cy="871538"/>
          </a:xfrm>
        </p:spPr>
        <p:txBody>
          <a:bodyPr>
            <a:noAutofit/>
          </a:bodyPr>
          <a:lstStyle/>
          <a:p>
            <a:pPr>
              <a:defRPr/>
            </a:pPr>
            <a:r>
              <a:rPr lang="es-ES_tradnl" altLang="en-US" sz="3600" dirty="0">
                <a:solidFill>
                  <a:srgbClr val="8EB4E3"/>
                </a:solidFill>
                <a:latin typeface="Avenir Book" panose="02000503020000020003" pitchFamily="2" charset="0"/>
                <a:ea typeface="MS PGothic" panose="020B0600070205080204" pitchFamily="34" charset="-128"/>
              </a:rPr>
              <a:t>Republicanismo Morado: Principios (1)</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4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38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4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4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Rectangle 3">
            <a:extLst>
              <a:ext uri="{FF2B5EF4-FFF2-40B4-BE49-F238E27FC236}">
                <a16:creationId xmlns:a16="http://schemas.microsoft.com/office/drawing/2014/main" id="{37591626-8281-AD40-BC8C-B87BDAF28227}"/>
              </a:ext>
            </a:extLst>
          </p:cNvPr>
          <p:cNvSpPr>
            <a:spLocks noGrp="1" noChangeArrowheads="1"/>
          </p:cNvSpPr>
          <p:nvPr>
            <p:ph type="body" idx="1"/>
          </p:nvPr>
        </p:nvSpPr>
        <p:spPr>
          <a:xfrm>
            <a:off x="-37899" y="787400"/>
            <a:ext cx="9906001" cy="6070600"/>
          </a:xfrm>
        </p:spPr>
        <p:txBody>
          <a:bodyPr>
            <a:normAutofit fontScale="92500" lnSpcReduction="10000"/>
          </a:bodyPr>
          <a:lstStyle/>
          <a:p>
            <a:pPr marL="0" indent="0">
              <a:lnSpc>
                <a:spcPct val="110000"/>
              </a:lnSpc>
              <a:spcBef>
                <a:spcPts val="0"/>
              </a:spcBef>
              <a:buClr>
                <a:schemeClr val="tx1"/>
              </a:buClr>
              <a:buFontTx/>
              <a:buNone/>
              <a:defRPr/>
            </a:pPr>
            <a:r>
              <a:rPr lang="es-ES_tradnl" altLang="ja-JP" i="1" dirty="0">
                <a:solidFill>
                  <a:srgbClr val="8EB4E3"/>
                </a:solidFill>
                <a:latin typeface="Avenir Book" panose="02000503020000020003"/>
                <a:ea typeface="MS PGothic" panose="020B0600070205080204" pitchFamily="34" charset="-128"/>
              </a:rPr>
              <a:t>Conocimiento</a:t>
            </a:r>
          </a:p>
          <a:p>
            <a:pPr marL="457200" lvl="1" indent="-317500">
              <a:lnSpc>
                <a:spcPct val="110000"/>
              </a:lnSpc>
              <a:spcBef>
                <a:spcPts val="0"/>
              </a:spcBef>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Decidir y actuar en base a evidencia; rechazar falsedades y distorsiones; analizar y diagnosticar situaciones; aprender permanentemente; otorgarle significado a nuestras vidas</a:t>
            </a:r>
          </a:p>
          <a:p>
            <a:pPr marL="0" indent="0">
              <a:lnSpc>
                <a:spcPct val="120000"/>
              </a:lnSpc>
              <a:spcBef>
                <a:spcPts val="0"/>
              </a:spcBef>
              <a:buClr>
                <a:schemeClr val="tx1"/>
              </a:buClr>
              <a:buNone/>
              <a:defRPr/>
            </a:pPr>
            <a:r>
              <a:rPr lang="es-ES_tradnl" altLang="ja-JP" i="1" dirty="0">
                <a:solidFill>
                  <a:srgbClr val="8EB4E3"/>
                </a:solidFill>
                <a:latin typeface="Avenir Book" panose="02000503020000020003"/>
                <a:ea typeface="MS PGothic" panose="020B0600070205080204" pitchFamily="34" charset="-128"/>
              </a:rPr>
              <a:t>Efectividad</a:t>
            </a:r>
          </a:p>
          <a:p>
            <a:pPr lvl="1">
              <a:lnSpc>
                <a:spcPct val="110000"/>
              </a:lnSpc>
              <a:spcBef>
                <a:spcPts val="0"/>
              </a:spcBef>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Vincular pensamiento y acción; realizar lo que imaginamos; concretar emprendimientos; obtener resultados viables y prácticos; reflexionar y considerar resultados y consecuencias</a:t>
            </a:r>
          </a:p>
          <a:p>
            <a:pPr marL="0" indent="0">
              <a:lnSpc>
                <a:spcPct val="110000"/>
              </a:lnSpc>
              <a:spcBef>
                <a:spcPts val="0"/>
              </a:spcBef>
              <a:buClr>
                <a:schemeClr val="tx1"/>
              </a:buClr>
              <a:buFontTx/>
              <a:buNone/>
              <a:defRPr/>
            </a:pPr>
            <a:r>
              <a:rPr lang="es-ES_tradnl" altLang="ja-JP" i="1" dirty="0">
                <a:solidFill>
                  <a:srgbClr val="8EB4E3"/>
                </a:solidFill>
                <a:latin typeface="Avenir Book" panose="02000503020000020003"/>
                <a:ea typeface="MS PGothic" panose="020B0600070205080204" pitchFamily="34" charset="-128"/>
              </a:rPr>
              <a:t>Moderación</a:t>
            </a:r>
          </a:p>
          <a:p>
            <a:pPr lvl="1">
              <a:lnSpc>
                <a:spcPct val="110000"/>
              </a:lnSpc>
              <a:spcBef>
                <a:spcPts val="0"/>
              </a:spcBef>
              <a:buFont typeface="Arial" panose="020B0604020202020204" pitchFamily="34" charset="0"/>
              <a:buChar char="•"/>
              <a:defRPr/>
            </a:pPr>
            <a:r>
              <a:rPr lang="es-ES_tradnl" altLang="ja-JP" dirty="0">
                <a:solidFill>
                  <a:srgbClr val="FFFFFF"/>
                </a:solidFill>
                <a:latin typeface="Avenir Book" panose="02000503020000020003"/>
                <a:ea typeface="MS PGothic" panose="020B0600070205080204" pitchFamily="34" charset="-128"/>
                <a:cs typeface="Avenir Light"/>
              </a:rPr>
              <a:t>Sopesar argumentos, hechos y actitudes; apreciar situaciones, con sentido crítico y reflexivo; buscar el “justo medio”, el balance y el equilibrio. </a:t>
            </a:r>
            <a:r>
              <a:rPr lang="es-ES_tradnl" altLang="ja-JP" b="1" dirty="0">
                <a:solidFill>
                  <a:schemeClr val="accent6">
                    <a:lumMod val="60000"/>
                    <a:lumOff val="40000"/>
                  </a:schemeClr>
                </a:solidFill>
                <a:latin typeface="Avenir Book" panose="02000503020000020003"/>
                <a:ea typeface="MS PGothic" panose="020B0600070205080204" pitchFamily="34" charset="-128"/>
                <a:cs typeface="Avenir Light"/>
              </a:rPr>
              <a:t>Partido Morado</a:t>
            </a:r>
            <a:r>
              <a:rPr lang="es-ES_tradnl" altLang="ja-JP" dirty="0">
                <a:solidFill>
                  <a:schemeClr val="accent6">
                    <a:lumMod val="60000"/>
                    <a:lumOff val="40000"/>
                  </a:schemeClr>
                </a:solidFill>
                <a:latin typeface="Avenir Book" panose="02000503020000020003"/>
                <a:ea typeface="MS PGothic" panose="020B0600070205080204" pitchFamily="34" charset="-128"/>
                <a:cs typeface="Avenir Light"/>
              </a:rPr>
              <a:t>    </a:t>
            </a:r>
            <a:r>
              <a:rPr lang="es-ES_tradnl" altLang="ja-JP" b="1" dirty="0">
                <a:solidFill>
                  <a:schemeClr val="accent6">
                    <a:lumMod val="60000"/>
                    <a:lumOff val="40000"/>
                  </a:schemeClr>
                </a:solidFill>
                <a:latin typeface="Avenir Book" panose="02000503020000020003"/>
                <a:ea typeface="MS PGothic" panose="020B0600070205080204" pitchFamily="34" charset="-128"/>
                <a:cs typeface="Avenir Light"/>
              </a:rPr>
              <a:t>Partido Moderado</a:t>
            </a:r>
            <a:r>
              <a:rPr lang="es-ES_tradnl" altLang="ja-JP" dirty="0">
                <a:solidFill>
                  <a:schemeClr val="accent6">
                    <a:lumMod val="60000"/>
                    <a:lumOff val="40000"/>
                  </a:schemeClr>
                </a:solidFill>
                <a:latin typeface="Avenir Book" panose="02000503020000020003"/>
                <a:ea typeface="MS PGothic" panose="020B0600070205080204" pitchFamily="34" charset="-128"/>
                <a:cs typeface="Avenir Light"/>
              </a:rPr>
              <a:t> </a:t>
            </a:r>
            <a:r>
              <a:rPr lang="es-ES_tradnl" altLang="ja-JP" dirty="0">
                <a:solidFill>
                  <a:srgbClr val="FF0000"/>
                </a:solidFill>
                <a:latin typeface="Avenir Book" panose="02000503020000020003"/>
                <a:ea typeface="MS PGothic" panose="020B0600070205080204" pitchFamily="34" charset="-128"/>
                <a:cs typeface="Avenir Light"/>
              </a:rPr>
              <a:t>(moderación radical)</a:t>
            </a:r>
          </a:p>
          <a:p>
            <a:pPr lvl="1">
              <a:lnSpc>
                <a:spcPct val="110000"/>
              </a:lnSpc>
              <a:spcBef>
                <a:spcPts val="0"/>
              </a:spcBef>
              <a:buFont typeface="Arial" panose="020B0604020202020204" pitchFamily="34" charset="0"/>
              <a:buChar char="•"/>
              <a:defRPr/>
            </a:pPr>
            <a:endParaRPr lang="es-ES_tradnl" altLang="ja-JP" dirty="0">
              <a:solidFill>
                <a:srgbClr val="FFFFFF"/>
              </a:solidFill>
              <a:latin typeface="Avenir Book" panose="02000503020000020003"/>
              <a:ea typeface="MS PGothic" panose="020B0600070205080204" pitchFamily="34" charset="-128"/>
              <a:cs typeface="Avenir Light"/>
            </a:endParaRPr>
          </a:p>
          <a:p>
            <a:pPr lvl="1">
              <a:lnSpc>
                <a:spcPct val="110000"/>
              </a:lnSpc>
              <a:spcBef>
                <a:spcPts val="0"/>
              </a:spcBef>
              <a:buClr>
                <a:schemeClr val="tx1"/>
              </a:buClr>
              <a:defRPr/>
            </a:pPr>
            <a:endParaRPr lang="es-ES_tradnl" altLang="ja-JP" dirty="0">
              <a:latin typeface="Avenir Book" panose="02000503020000020003"/>
              <a:ea typeface="MS PGothic" panose="020B0600070205080204" pitchFamily="34" charset="-128"/>
              <a:cs typeface="Avenir Light"/>
            </a:endParaRPr>
          </a:p>
          <a:p>
            <a:pPr lvl="1">
              <a:lnSpc>
                <a:spcPct val="110000"/>
              </a:lnSpc>
              <a:spcBef>
                <a:spcPts val="0"/>
              </a:spcBef>
              <a:buClr>
                <a:schemeClr val="tx1"/>
              </a:buClr>
              <a:defRPr/>
            </a:pPr>
            <a:endParaRPr lang="es-ES_tradnl" altLang="ja-JP" dirty="0">
              <a:latin typeface="Avenir Book" panose="02000503020000020003"/>
              <a:ea typeface="MS PGothic" panose="020B0600070205080204" pitchFamily="34" charset="-128"/>
              <a:cs typeface="Avenir Light"/>
            </a:endParaRPr>
          </a:p>
        </p:txBody>
      </p:sp>
      <p:sp>
        <p:nvSpPr>
          <p:cNvPr id="5" name="Rectangle 2">
            <a:extLst>
              <a:ext uri="{FF2B5EF4-FFF2-40B4-BE49-F238E27FC236}">
                <a16:creationId xmlns:a16="http://schemas.microsoft.com/office/drawing/2014/main" id="{D880A438-F4C6-9D45-9068-791EAE2B884F}"/>
              </a:ext>
            </a:extLst>
          </p:cNvPr>
          <p:cNvSpPr>
            <a:spLocks noGrp="1" noChangeArrowheads="1"/>
          </p:cNvSpPr>
          <p:nvPr>
            <p:ph type="title"/>
          </p:nvPr>
        </p:nvSpPr>
        <p:spPr>
          <a:xfrm>
            <a:off x="17463" y="22225"/>
            <a:ext cx="9906000" cy="871538"/>
          </a:xfrm>
        </p:spPr>
        <p:txBody>
          <a:bodyPr>
            <a:noAutofit/>
          </a:bodyPr>
          <a:lstStyle/>
          <a:p>
            <a:pPr>
              <a:defRPr/>
            </a:pPr>
            <a:r>
              <a:rPr lang="es-ES_tradnl" altLang="en-US" sz="3600" dirty="0">
                <a:solidFill>
                  <a:srgbClr val="8EB4E3"/>
                </a:solidFill>
                <a:latin typeface="Avenir Book" panose="02000503020000020003" pitchFamily="2" charset="0"/>
                <a:ea typeface="MS PGothic" panose="020B0600070205080204" pitchFamily="34" charset="-128"/>
              </a:rPr>
              <a:t>Republicanismo Morado: Principios (2)</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
        <p:nvSpPr>
          <p:cNvPr id="6" name="Right Arrow 5">
            <a:extLst>
              <a:ext uri="{FF2B5EF4-FFF2-40B4-BE49-F238E27FC236}">
                <a16:creationId xmlns:a16="http://schemas.microsoft.com/office/drawing/2014/main" id="{86422CAE-B1BC-ABD6-AF75-C23F172A619A}"/>
              </a:ext>
            </a:extLst>
          </p:cNvPr>
          <p:cNvSpPr/>
          <p:nvPr/>
        </p:nvSpPr>
        <p:spPr bwMode="auto">
          <a:xfrm>
            <a:off x="8265368" y="5926584"/>
            <a:ext cx="360040" cy="288032"/>
          </a:xfrm>
          <a:prstGeom prst="rightArrow">
            <a:avLst/>
          </a:prstGeom>
          <a:solidFill>
            <a:srgbClr val="7030A0"/>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PE" sz="2400" b="0" i="0" u="none" strike="noStrike" cap="none" normalizeH="0" baseline="0">
              <a:ln>
                <a:noFill/>
              </a:ln>
              <a:solidFill>
                <a:schemeClr val="tx1"/>
              </a:solidFill>
              <a:effectLst/>
              <a:latin typeface="Times" charset="0"/>
              <a:ea typeface="ＭＳ Ｐゴシック"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4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38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4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384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43">
                                            <p:txEl>
                                              <p:pRg st="5" end="5"/>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7" name="Picture 4">
            <a:extLst>
              <a:ext uri="{FF2B5EF4-FFF2-40B4-BE49-F238E27FC236}">
                <a16:creationId xmlns:a16="http://schemas.microsoft.com/office/drawing/2014/main" id="{E2D316BF-225E-1F06-DC80-7080A4155F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65588" y="4912310"/>
            <a:ext cx="1690936" cy="1832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Hexagon 5">
            <a:extLst>
              <a:ext uri="{FF2B5EF4-FFF2-40B4-BE49-F238E27FC236}">
                <a16:creationId xmlns:a16="http://schemas.microsoft.com/office/drawing/2014/main" id="{884438C5-1E27-044D-899D-2E19C2321390}"/>
              </a:ext>
            </a:extLst>
          </p:cNvPr>
          <p:cNvSpPr/>
          <p:nvPr/>
        </p:nvSpPr>
        <p:spPr>
          <a:xfrm rot="5400000">
            <a:off x="3467894" y="892969"/>
            <a:ext cx="2782887" cy="2536825"/>
          </a:xfrm>
          <a:prstGeom prst="hexagon">
            <a:avLst/>
          </a:prstGeom>
          <a:solidFill>
            <a:srgbClr val="71C3D7"/>
          </a:solidFill>
        </p:spPr>
        <p:style>
          <a:lnRef idx="2">
            <a:schemeClr val="accent1">
              <a:shade val="50000"/>
            </a:schemeClr>
          </a:lnRef>
          <a:fillRef idx="1">
            <a:schemeClr val="accent1"/>
          </a:fillRef>
          <a:effectRef idx="0">
            <a:schemeClr val="accent1"/>
          </a:effectRef>
          <a:fontRef idx="minor">
            <a:schemeClr val="lt1"/>
          </a:fontRef>
        </p:style>
        <p:txBody>
          <a:bodyPr lIns="74295" tIns="37148" rIns="74295" bIns="37148" anchor="ctr"/>
          <a:lstStyle/>
          <a:p>
            <a:pPr algn="ctr">
              <a:defRPr/>
            </a:pPr>
            <a:endParaRPr lang="es-ES_tradnl" sz="975" noProof="0" dirty="0">
              <a:latin typeface="Avenir Book" panose="02000503020000020003"/>
              <a:ea typeface="Calibri" charset="0"/>
              <a:cs typeface="Times New Roman" charset="0"/>
            </a:endParaRPr>
          </a:p>
        </p:txBody>
      </p:sp>
      <p:sp>
        <p:nvSpPr>
          <p:cNvPr id="7" name="Rectangle 6">
            <a:extLst>
              <a:ext uri="{FF2B5EF4-FFF2-40B4-BE49-F238E27FC236}">
                <a16:creationId xmlns:a16="http://schemas.microsoft.com/office/drawing/2014/main" id="{BDEE0145-4B4F-7B46-A0E3-8C8A948FAB24}"/>
              </a:ext>
            </a:extLst>
          </p:cNvPr>
          <p:cNvSpPr/>
          <p:nvPr/>
        </p:nvSpPr>
        <p:spPr>
          <a:xfrm>
            <a:off x="4152900" y="2906713"/>
            <a:ext cx="1412875" cy="376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4295" tIns="37148" rIns="74295" bIns="37148" anchor="ct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lgn="ctr">
              <a:defRPr/>
            </a:pPr>
            <a:r>
              <a:rPr lang="es-ES_tradnl" sz="2000" noProof="0" dirty="0">
                <a:latin typeface="Avenir Book" panose="02000503020000020003"/>
              </a:rPr>
              <a:t>Confianza</a:t>
            </a:r>
            <a:endParaRPr lang="es-ES_tradnl" sz="1400" noProof="0" dirty="0">
              <a:latin typeface="Avenir Book" panose="02000503020000020003"/>
            </a:endParaRPr>
          </a:p>
        </p:txBody>
      </p:sp>
      <p:sp>
        <p:nvSpPr>
          <p:cNvPr id="8" name="Rectangle 7">
            <a:extLst>
              <a:ext uri="{FF2B5EF4-FFF2-40B4-BE49-F238E27FC236}">
                <a16:creationId xmlns:a16="http://schemas.microsoft.com/office/drawing/2014/main" id="{BCE82830-4A51-294C-94C5-0EC52D1E2A58}"/>
              </a:ext>
            </a:extLst>
          </p:cNvPr>
          <p:cNvSpPr/>
          <p:nvPr/>
        </p:nvSpPr>
        <p:spPr>
          <a:xfrm>
            <a:off x="6024563" y="2540000"/>
            <a:ext cx="2090737" cy="3667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4295" tIns="37148" rIns="74295" bIns="37148" anchor="ct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lgn="ctr">
              <a:defRPr/>
            </a:pPr>
            <a:r>
              <a:rPr lang="es-ES_tradnl" sz="2000" noProof="0" dirty="0">
                <a:solidFill>
                  <a:srgbClr val="EEF9F4"/>
                </a:solidFill>
                <a:latin typeface="Avenir Book" panose="02000503020000020003"/>
              </a:rPr>
              <a:t>Responsabilidad</a:t>
            </a:r>
            <a:endParaRPr lang="es-ES_tradnl" sz="1400" noProof="0" dirty="0">
              <a:solidFill>
                <a:srgbClr val="EEF9F4"/>
              </a:solidFill>
              <a:latin typeface="Avenir Book" panose="02000503020000020003"/>
            </a:endParaRPr>
          </a:p>
        </p:txBody>
      </p:sp>
      <p:sp>
        <p:nvSpPr>
          <p:cNvPr id="9" name="Rectangle 8">
            <a:extLst>
              <a:ext uri="{FF2B5EF4-FFF2-40B4-BE49-F238E27FC236}">
                <a16:creationId xmlns:a16="http://schemas.microsoft.com/office/drawing/2014/main" id="{2172EAB6-675D-6B4C-B273-CF038D06B490}"/>
              </a:ext>
            </a:extLst>
          </p:cNvPr>
          <p:cNvSpPr/>
          <p:nvPr/>
        </p:nvSpPr>
        <p:spPr>
          <a:xfrm>
            <a:off x="2228850" y="2517775"/>
            <a:ext cx="1452563" cy="4413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4295" tIns="37148" rIns="74295" bIns="37148" anchor="ct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lgn="ctr">
              <a:defRPr/>
            </a:pPr>
            <a:r>
              <a:rPr lang="es-ES_tradnl" sz="2000" noProof="0" dirty="0">
                <a:solidFill>
                  <a:srgbClr val="EEF9F4"/>
                </a:solidFill>
                <a:latin typeface="Avenir Book" panose="02000503020000020003"/>
              </a:rPr>
              <a:t>Tolerancia</a:t>
            </a:r>
            <a:endParaRPr lang="es-ES_tradnl" sz="1400" noProof="0" dirty="0">
              <a:solidFill>
                <a:srgbClr val="EEF9F4"/>
              </a:solidFill>
              <a:latin typeface="Avenir Book" panose="02000503020000020003"/>
            </a:endParaRPr>
          </a:p>
        </p:txBody>
      </p:sp>
      <p:sp>
        <p:nvSpPr>
          <p:cNvPr id="34822" name="Rectangle 9">
            <a:extLst>
              <a:ext uri="{FF2B5EF4-FFF2-40B4-BE49-F238E27FC236}">
                <a16:creationId xmlns:a16="http://schemas.microsoft.com/office/drawing/2014/main" id="{0C24FEE8-CD04-2995-0E15-262D2530B999}"/>
              </a:ext>
            </a:extLst>
          </p:cNvPr>
          <p:cNvSpPr>
            <a:spLocks noChangeArrowheads="1"/>
          </p:cNvSpPr>
          <p:nvPr/>
        </p:nvSpPr>
        <p:spPr bwMode="auto">
          <a:xfrm>
            <a:off x="3498850" y="1839913"/>
            <a:ext cx="2720975"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algn="ctr">
              <a:spcBef>
                <a:spcPct val="0"/>
              </a:spcBef>
              <a:buFontTx/>
              <a:buNone/>
            </a:pPr>
            <a:r>
              <a:rPr lang="es-ES_tradnl" sz="2400" b="1" noProof="0" dirty="0">
                <a:solidFill>
                  <a:srgbClr val="7030A0"/>
                </a:solidFill>
                <a:latin typeface="Avenir Book" panose="02000503020000020003"/>
              </a:rPr>
              <a:t>Republicanismo Morado</a:t>
            </a:r>
            <a:endParaRPr lang="es-ES_tradnl" sz="1100" b="1" noProof="0" dirty="0">
              <a:solidFill>
                <a:srgbClr val="7030A0"/>
              </a:solidFill>
              <a:latin typeface="Avenir Book" panose="02000503020000020003"/>
            </a:endParaRPr>
          </a:p>
        </p:txBody>
      </p:sp>
      <p:sp>
        <p:nvSpPr>
          <p:cNvPr id="11" name="Rectangle 10">
            <a:extLst>
              <a:ext uri="{FF2B5EF4-FFF2-40B4-BE49-F238E27FC236}">
                <a16:creationId xmlns:a16="http://schemas.microsoft.com/office/drawing/2014/main" id="{CC632AFB-B7B0-8641-A7FB-CAC99241AEA2}"/>
              </a:ext>
            </a:extLst>
          </p:cNvPr>
          <p:cNvSpPr/>
          <p:nvPr/>
        </p:nvSpPr>
        <p:spPr>
          <a:xfrm>
            <a:off x="5815013" y="920750"/>
            <a:ext cx="1630362" cy="376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4295" tIns="37148" rIns="74295" bIns="37148" anchor="ct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lgn="ctr">
              <a:defRPr/>
            </a:pPr>
            <a:r>
              <a:rPr lang="es-ES_tradnl" sz="2000" noProof="0" dirty="0">
                <a:solidFill>
                  <a:srgbClr val="EEF9F4"/>
                </a:solidFill>
                <a:latin typeface="Avenir Book" panose="02000503020000020003"/>
              </a:rPr>
              <a:t>Efectividad</a:t>
            </a:r>
            <a:endParaRPr lang="es-ES_tradnl" sz="1400" noProof="0" dirty="0">
              <a:solidFill>
                <a:srgbClr val="EEF9F4"/>
              </a:solidFill>
              <a:latin typeface="Avenir Book" panose="02000503020000020003"/>
            </a:endParaRPr>
          </a:p>
        </p:txBody>
      </p:sp>
      <p:sp>
        <p:nvSpPr>
          <p:cNvPr id="12" name="Rectangle 11">
            <a:extLst>
              <a:ext uri="{FF2B5EF4-FFF2-40B4-BE49-F238E27FC236}">
                <a16:creationId xmlns:a16="http://schemas.microsoft.com/office/drawing/2014/main" id="{50E1F9EF-4277-654D-991D-A9E043B0B831}"/>
              </a:ext>
            </a:extLst>
          </p:cNvPr>
          <p:cNvSpPr/>
          <p:nvPr/>
        </p:nvSpPr>
        <p:spPr>
          <a:xfrm>
            <a:off x="4065588" y="277813"/>
            <a:ext cx="1585912" cy="37623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4295" tIns="37148" rIns="74295" bIns="37148" anchor="ct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lgn="ctr">
              <a:defRPr/>
            </a:pPr>
            <a:r>
              <a:rPr lang="es-ES_tradnl" sz="2000" noProof="0" dirty="0">
                <a:solidFill>
                  <a:srgbClr val="EEF9F4"/>
                </a:solidFill>
                <a:latin typeface="Avenir Book" panose="02000503020000020003"/>
              </a:rPr>
              <a:t>Moderación</a:t>
            </a:r>
          </a:p>
          <a:p>
            <a:pPr algn="ctr">
              <a:defRPr/>
            </a:pPr>
            <a:r>
              <a:rPr lang="es-ES_tradnl" sz="2000" noProof="0" dirty="0">
                <a:solidFill>
                  <a:srgbClr val="EEF9F4"/>
                </a:solidFill>
                <a:latin typeface="Avenir Book" panose="02000503020000020003"/>
              </a:rPr>
              <a:t>(radical)</a:t>
            </a:r>
            <a:endParaRPr lang="es-ES_tradnl" sz="1400" noProof="0" dirty="0">
              <a:solidFill>
                <a:srgbClr val="EEF9F4"/>
              </a:solidFill>
              <a:latin typeface="Avenir Book" panose="02000503020000020003"/>
            </a:endParaRPr>
          </a:p>
        </p:txBody>
      </p:sp>
      <p:sp>
        <p:nvSpPr>
          <p:cNvPr id="13" name="Rectangle 12">
            <a:extLst>
              <a:ext uri="{FF2B5EF4-FFF2-40B4-BE49-F238E27FC236}">
                <a16:creationId xmlns:a16="http://schemas.microsoft.com/office/drawing/2014/main" id="{51E8AD88-2601-6F4C-8749-0151D3D34B57}"/>
              </a:ext>
            </a:extLst>
          </p:cNvPr>
          <p:cNvSpPr/>
          <p:nvPr/>
        </p:nvSpPr>
        <p:spPr>
          <a:xfrm>
            <a:off x="2024063" y="920750"/>
            <a:ext cx="1862137" cy="3762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74295" tIns="37148" rIns="74295" bIns="37148" anchor="ctr"/>
          <a:lstStyle>
            <a:lvl1pPr>
              <a:defRPr sz="2400">
                <a:solidFill>
                  <a:schemeClr val="tx1"/>
                </a:solidFill>
                <a:latin typeface="Times" pitchFamily="2" charset="0"/>
                <a:ea typeface="ＭＳ Ｐゴシック" panose="020B0600070205080204" pitchFamily="34" charset="-128"/>
              </a:defRPr>
            </a:lvl1pPr>
            <a:lvl2pPr marL="742950" indent="-285750">
              <a:defRPr sz="2400">
                <a:solidFill>
                  <a:schemeClr val="tx1"/>
                </a:solidFill>
                <a:latin typeface="Times" pitchFamily="2" charset="0"/>
                <a:ea typeface="ＭＳ Ｐゴシック" panose="020B0600070205080204" pitchFamily="34" charset="-128"/>
              </a:defRPr>
            </a:lvl2pPr>
            <a:lvl3pPr marL="1143000" indent="-228600">
              <a:defRPr sz="2400">
                <a:solidFill>
                  <a:schemeClr val="tx1"/>
                </a:solidFill>
                <a:latin typeface="Times" pitchFamily="2" charset="0"/>
                <a:ea typeface="ＭＳ Ｐゴシック" panose="020B0600070205080204" pitchFamily="34" charset="-128"/>
              </a:defRPr>
            </a:lvl3pPr>
            <a:lvl4pPr marL="1600200" indent="-228600">
              <a:defRPr sz="2400">
                <a:solidFill>
                  <a:schemeClr val="tx1"/>
                </a:solidFill>
                <a:latin typeface="Times" pitchFamily="2" charset="0"/>
                <a:ea typeface="ＭＳ Ｐゴシック" panose="020B0600070205080204" pitchFamily="34" charset="-128"/>
              </a:defRPr>
            </a:lvl4pPr>
            <a:lvl5pPr marL="2057400" indent="-228600">
              <a:defRPr sz="2400">
                <a:solidFill>
                  <a:schemeClr val="tx1"/>
                </a:solidFill>
                <a:latin typeface="Times" pitchFamily="2"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ＭＳ Ｐゴシック" panose="020B0600070205080204" pitchFamily="34" charset="-128"/>
              </a:defRPr>
            </a:lvl9pPr>
          </a:lstStyle>
          <a:p>
            <a:pPr algn="ctr">
              <a:defRPr/>
            </a:pPr>
            <a:r>
              <a:rPr lang="es-ES_tradnl" sz="2000" noProof="0" dirty="0">
                <a:solidFill>
                  <a:srgbClr val="EEF9F4"/>
                </a:solidFill>
                <a:latin typeface="Avenir Book" panose="02000503020000020003"/>
              </a:rPr>
              <a:t>Conocimiento</a:t>
            </a:r>
            <a:endParaRPr lang="es-ES_tradnl" sz="1400" noProof="0" dirty="0">
              <a:solidFill>
                <a:srgbClr val="EEF9F4"/>
              </a:solidFill>
              <a:latin typeface="Avenir Book" panose="02000503020000020003"/>
            </a:endParaRPr>
          </a:p>
        </p:txBody>
      </p:sp>
      <p:sp>
        <p:nvSpPr>
          <p:cNvPr id="14" name="Rectangle 13">
            <a:extLst>
              <a:ext uri="{FF2B5EF4-FFF2-40B4-BE49-F238E27FC236}">
                <a16:creationId xmlns:a16="http://schemas.microsoft.com/office/drawing/2014/main" id="{30574B55-0617-8E45-86F8-0506450DBA43}"/>
              </a:ext>
            </a:extLst>
          </p:cNvPr>
          <p:cNvSpPr/>
          <p:nvPr/>
        </p:nvSpPr>
        <p:spPr>
          <a:xfrm>
            <a:off x="3321050" y="4576935"/>
            <a:ext cx="3076575" cy="319088"/>
          </a:xfrm>
          <a:prstGeom prst="rect">
            <a:avLst/>
          </a:prstGeom>
          <a:solidFill>
            <a:srgbClr val="71C3D7">
              <a:alpha val="85000"/>
            </a:srgbClr>
          </a:solidFill>
        </p:spPr>
        <p:style>
          <a:lnRef idx="2">
            <a:schemeClr val="accent1">
              <a:shade val="50000"/>
            </a:schemeClr>
          </a:lnRef>
          <a:fillRef idx="1">
            <a:schemeClr val="accent1"/>
          </a:fillRef>
          <a:effectRef idx="0">
            <a:schemeClr val="accent1"/>
          </a:effectRef>
          <a:fontRef idx="minor">
            <a:schemeClr val="lt1"/>
          </a:fontRef>
        </p:style>
        <p:txBody>
          <a:bodyPr lIns="74295" tIns="37148" rIns="74295" bIns="37148" anchor="ctr"/>
          <a:lstStyle/>
          <a:p>
            <a:pPr algn="ctr">
              <a:defRPr/>
            </a:pPr>
            <a:r>
              <a:rPr lang="es-ES_tradnl" sz="1800" b="1" noProof="0" dirty="0">
                <a:solidFill>
                  <a:schemeClr val="tx1"/>
                </a:solidFill>
                <a:latin typeface="Avenir Book" panose="02000503020000020003"/>
                <a:ea typeface="Avenir Book" charset="0"/>
                <a:cs typeface="Avenir Book" charset="0"/>
              </a:rPr>
              <a:t>Libertad individual</a:t>
            </a:r>
          </a:p>
        </p:txBody>
      </p:sp>
      <p:sp>
        <p:nvSpPr>
          <p:cNvPr id="15" name="Rectangle 14">
            <a:extLst>
              <a:ext uri="{FF2B5EF4-FFF2-40B4-BE49-F238E27FC236}">
                <a16:creationId xmlns:a16="http://schemas.microsoft.com/office/drawing/2014/main" id="{44CFC1BF-A245-CA4A-B3AE-1B1BF821F084}"/>
              </a:ext>
            </a:extLst>
          </p:cNvPr>
          <p:cNvSpPr/>
          <p:nvPr/>
        </p:nvSpPr>
        <p:spPr>
          <a:xfrm>
            <a:off x="3321050" y="3544093"/>
            <a:ext cx="3076575" cy="319088"/>
          </a:xfrm>
          <a:prstGeom prst="rect">
            <a:avLst/>
          </a:prstGeom>
          <a:solidFill>
            <a:srgbClr val="71C3D7">
              <a:alpha val="85000"/>
            </a:srgbClr>
          </a:solidFill>
        </p:spPr>
        <p:style>
          <a:lnRef idx="2">
            <a:schemeClr val="accent1">
              <a:shade val="50000"/>
            </a:schemeClr>
          </a:lnRef>
          <a:fillRef idx="1">
            <a:schemeClr val="accent1"/>
          </a:fillRef>
          <a:effectRef idx="0">
            <a:schemeClr val="accent1"/>
          </a:effectRef>
          <a:fontRef idx="minor">
            <a:schemeClr val="lt1"/>
          </a:fontRef>
        </p:style>
        <p:txBody>
          <a:bodyPr lIns="74295" tIns="37148" rIns="74295" bIns="37148" anchor="ctr"/>
          <a:lstStyle/>
          <a:p>
            <a:pPr algn="ctr">
              <a:defRPr/>
            </a:pPr>
            <a:r>
              <a:rPr lang="es-ES_tradnl" sz="1800" b="1" noProof="0" dirty="0">
                <a:solidFill>
                  <a:schemeClr val="tx1"/>
                </a:solidFill>
                <a:latin typeface="Avenir Book" panose="02000503020000020003"/>
                <a:ea typeface="Avenir Book" charset="0"/>
                <a:cs typeface="Avenir Book" charset="0"/>
              </a:rPr>
              <a:t>Superación y trascendencia</a:t>
            </a:r>
          </a:p>
        </p:txBody>
      </p:sp>
      <p:sp>
        <p:nvSpPr>
          <p:cNvPr id="16" name="Rectangle 15">
            <a:extLst>
              <a:ext uri="{FF2B5EF4-FFF2-40B4-BE49-F238E27FC236}">
                <a16:creationId xmlns:a16="http://schemas.microsoft.com/office/drawing/2014/main" id="{AEFE4064-0171-934C-B70F-86830C88BECA}"/>
              </a:ext>
            </a:extLst>
          </p:cNvPr>
          <p:cNvSpPr/>
          <p:nvPr/>
        </p:nvSpPr>
        <p:spPr>
          <a:xfrm>
            <a:off x="3325512" y="3883024"/>
            <a:ext cx="3076575" cy="319088"/>
          </a:xfrm>
          <a:prstGeom prst="rect">
            <a:avLst/>
          </a:prstGeom>
          <a:solidFill>
            <a:srgbClr val="71C3D7">
              <a:alpha val="85000"/>
            </a:srgbClr>
          </a:solidFill>
        </p:spPr>
        <p:style>
          <a:lnRef idx="2">
            <a:schemeClr val="accent1">
              <a:shade val="50000"/>
            </a:schemeClr>
          </a:lnRef>
          <a:fillRef idx="1">
            <a:schemeClr val="accent1"/>
          </a:fillRef>
          <a:effectRef idx="0">
            <a:schemeClr val="accent1"/>
          </a:effectRef>
          <a:fontRef idx="minor">
            <a:schemeClr val="lt1"/>
          </a:fontRef>
        </p:style>
        <p:txBody>
          <a:bodyPr lIns="74295" tIns="37148" rIns="74295" bIns="37148" anchor="ctr"/>
          <a:lstStyle/>
          <a:p>
            <a:pPr algn="ctr">
              <a:defRPr/>
            </a:pPr>
            <a:r>
              <a:rPr lang="es-ES_tradnl" sz="1800" b="1" noProof="0" dirty="0">
                <a:solidFill>
                  <a:schemeClr val="tx1"/>
                </a:solidFill>
                <a:latin typeface="Avenir Book" panose="02000503020000020003"/>
                <a:ea typeface="Avenir Book" charset="0"/>
                <a:cs typeface="Avenir Book" charset="0"/>
              </a:rPr>
              <a:t>Entorno biofísico</a:t>
            </a:r>
          </a:p>
        </p:txBody>
      </p:sp>
      <p:sp>
        <p:nvSpPr>
          <p:cNvPr id="17" name="Rectangle 16">
            <a:extLst>
              <a:ext uri="{FF2B5EF4-FFF2-40B4-BE49-F238E27FC236}">
                <a16:creationId xmlns:a16="http://schemas.microsoft.com/office/drawing/2014/main" id="{B4EC8B72-0393-CD4A-912C-BAB54C148243}"/>
              </a:ext>
            </a:extLst>
          </p:cNvPr>
          <p:cNvSpPr/>
          <p:nvPr/>
        </p:nvSpPr>
        <p:spPr>
          <a:xfrm>
            <a:off x="3321050" y="4224338"/>
            <a:ext cx="3074987" cy="319087"/>
          </a:xfrm>
          <a:prstGeom prst="rect">
            <a:avLst/>
          </a:prstGeom>
          <a:solidFill>
            <a:srgbClr val="71C3D7">
              <a:alpha val="85000"/>
            </a:srgbClr>
          </a:solidFill>
        </p:spPr>
        <p:style>
          <a:lnRef idx="2">
            <a:schemeClr val="accent1">
              <a:shade val="50000"/>
            </a:schemeClr>
          </a:lnRef>
          <a:fillRef idx="1">
            <a:schemeClr val="accent1"/>
          </a:fillRef>
          <a:effectRef idx="0">
            <a:schemeClr val="accent1"/>
          </a:effectRef>
          <a:fontRef idx="minor">
            <a:schemeClr val="lt1"/>
          </a:fontRef>
        </p:style>
        <p:txBody>
          <a:bodyPr lIns="74295" tIns="37148" rIns="74295" bIns="37148" anchor="ctr"/>
          <a:lstStyle/>
          <a:p>
            <a:pPr algn="ctr">
              <a:defRPr/>
            </a:pPr>
            <a:r>
              <a:rPr lang="es-ES_tradnl" sz="1800" b="1" noProof="0" dirty="0">
                <a:solidFill>
                  <a:schemeClr val="tx1"/>
                </a:solidFill>
                <a:latin typeface="Avenir Book" panose="02000503020000020003"/>
                <a:ea typeface="Avenir Book" charset="0"/>
                <a:cs typeface="Avenir Book" charset="0"/>
              </a:rPr>
              <a:t>Acción colectiva</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12" grpId="0"/>
      <p:bldP spid="13" grpId="0"/>
      <p:bldP spid="14" grpId="0" animBg="1"/>
      <p:bldP spid="15" grpId="0" animBg="1"/>
      <p:bldP spid="16" grpId="0" animBg="1"/>
      <p:bldP spid="1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3" name="Rectangle 3">
            <a:extLst>
              <a:ext uri="{FF2B5EF4-FFF2-40B4-BE49-F238E27FC236}">
                <a16:creationId xmlns:a16="http://schemas.microsoft.com/office/drawing/2014/main" id="{5A66B607-0E1B-7E45-BDB9-89F682279A80}"/>
              </a:ext>
            </a:extLst>
          </p:cNvPr>
          <p:cNvSpPr>
            <a:spLocks noGrp="1" noChangeArrowheads="1"/>
          </p:cNvSpPr>
          <p:nvPr>
            <p:ph type="body" idx="1"/>
          </p:nvPr>
        </p:nvSpPr>
        <p:spPr>
          <a:xfrm>
            <a:off x="-17463" y="893763"/>
            <a:ext cx="9906001" cy="5942012"/>
          </a:xfrm>
        </p:spPr>
        <p:txBody>
          <a:bodyPr>
            <a:normAutofit/>
          </a:bodyPr>
          <a:lstStyle/>
          <a:p>
            <a:pPr marL="400050" lvl="1" indent="-317500">
              <a:spcBef>
                <a:spcPts val="0"/>
              </a:spcBef>
              <a:buFont typeface="Arial" panose="020B0604020202020204" pitchFamily="34" charset="0"/>
              <a:buChar char="•"/>
              <a:defRPr/>
            </a:pPr>
            <a:r>
              <a:rPr lang="es-ES_tradnl" altLang="ja-JP" sz="3200" dirty="0">
                <a:solidFill>
                  <a:srgbClr val="FFFFFF"/>
                </a:solidFill>
                <a:latin typeface="Avenir Book" panose="02000503020000020003"/>
                <a:ea typeface="MS PGothic" panose="020B0600070205080204" pitchFamily="34" charset="-128"/>
                <a:cs typeface="Avenir Light"/>
              </a:rPr>
              <a:t>El ejercicio del </a:t>
            </a:r>
            <a:r>
              <a:rPr lang="es-ES_tradnl" altLang="ja-JP" sz="3200" i="1" dirty="0">
                <a:solidFill>
                  <a:srgbClr val="8EB4E3"/>
                </a:solidFill>
                <a:latin typeface="Avenir Book" panose="02000503020000020003"/>
                <a:ea typeface="MS PGothic" panose="020B0600070205080204" pitchFamily="34" charset="-128"/>
              </a:rPr>
              <a:t>poder político </a:t>
            </a:r>
            <a:r>
              <a:rPr lang="es-ES_tradnl" altLang="ja-JP" sz="3200" dirty="0">
                <a:solidFill>
                  <a:srgbClr val="FFFFFF"/>
                </a:solidFill>
                <a:latin typeface="Avenir Book" panose="02000503020000020003"/>
                <a:ea typeface="MS PGothic" panose="020B0600070205080204" pitchFamily="34" charset="-128"/>
                <a:cs typeface="Avenir Light"/>
              </a:rPr>
              <a:t>y el </a:t>
            </a:r>
            <a:r>
              <a:rPr lang="es-ES_tradnl" altLang="ja-JP" sz="3200" i="1" dirty="0">
                <a:solidFill>
                  <a:srgbClr val="8EB4E3"/>
                </a:solidFill>
                <a:latin typeface="Avenir Book" panose="02000503020000020003"/>
                <a:ea typeface="MS PGothic" panose="020B0600070205080204" pitchFamily="34" charset="-128"/>
              </a:rPr>
              <a:t>liderazgo</a:t>
            </a:r>
          </a:p>
          <a:p>
            <a:pPr marL="800100" lvl="2" indent="-207963">
              <a:spcBef>
                <a:spcPts val="0"/>
              </a:spcBef>
              <a:buFont typeface="Arial" panose="020B0604020202020204" pitchFamily="34" charset="0"/>
              <a:buChar char="•"/>
              <a:defRPr/>
            </a:pPr>
            <a:r>
              <a:rPr lang="es-ES_tradnl" altLang="ja-JP" sz="2800" dirty="0">
                <a:solidFill>
                  <a:srgbClr val="FFFFFF"/>
                </a:solidFill>
                <a:latin typeface="Avenir Book" panose="02000503020000020003"/>
                <a:ea typeface="MS PGothic" panose="020B0600070205080204" pitchFamily="34" charset="-128"/>
                <a:cs typeface="Avenir Light"/>
              </a:rPr>
              <a:t>Han evolucionado a través del tiempo y se ejercen de diferentes maneras:</a:t>
            </a:r>
          </a:p>
          <a:p>
            <a:pPr marL="1257300" lvl="3" indent="-317500">
              <a:spcBef>
                <a:spcPts val="0"/>
              </a:spcBef>
              <a:buFont typeface="Arial" panose="020B0604020202020204" pitchFamily="34" charset="0"/>
              <a:buChar char="•"/>
              <a:defRPr/>
            </a:pPr>
            <a:r>
              <a:rPr lang="es-ES_tradnl" altLang="ja-JP" sz="2400" dirty="0">
                <a:solidFill>
                  <a:srgbClr val="8EB4E3"/>
                </a:solidFill>
                <a:latin typeface="Avenir Book" panose="02000503020000020003"/>
                <a:ea typeface="MS PGothic" panose="020B0600070205080204" pitchFamily="34" charset="-128"/>
              </a:rPr>
              <a:t>Material </a:t>
            </a:r>
            <a:r>
              <a:rPr lang="es-ES_tradnl" altLang="ja-JP" sz="2400" dirty="0">
                <a:solidFill>
                  <a:schemeClr val="bg2">
                    <a:lumMod val="20000"/>
                    <a:lumOff val="80000"/>
                  </a:schemeClr>
                </a:solidFill>
                <a:latin typeface="Avenir Book" panose="02000503020000020003"/>
                <a:ea typeface="MS PGothic" panose="020B0600070205080204" pitchFamily="34" charset="-128"/>
              </a:rPr>
              <a:t>(disciplinario</a:t>
            </a:r>
            <a:r>
              <a:rPr lang="es-ES_tradnl" altLang="ja-JP" sz="2600" dirty="0">
                <a:solidFill>
                  <a:schemeClr val="bg2">
                    <a:lumMod val="20000"/>
                    <a:lumOff val="80000"/>
                  </a:schemeClr>
                </a:solidFill>
                <a:latin typeface="Avenir Book" panose="02000503020000020003"/>
                <a:ea typeface="MS PGothic" panose="020B0600070205080204" pitchFamily="34" charset="-128"/>
              </a:rPr>
              <a:t>, </a:t>
            </a:r>
            <a:r>
              <a:rPr lang="es-ES_tradnl" altLang="ja-JP" sz="2600" dirty="0">
                <a:solidFill>
                  <a:schemeClr val="bg2">
                    <a:lumMod val="20000"/>
                    <a:lumOff val="80000"/>
                  </a:schemeClr>
                </a:solidFill>
                <a:latin typeface="Avenir Book" panose="02000503020000020003"/>
                <a:ea typeface="MS PGothic" panose="020B0600070205080204" pitchFamily="34" charset="-128"/>
                <a:cs typeface="Avenir Light"/>
              </a:rPr>
              <a:t>tradicional)</a:t>
            </a:r>
          </a:p>
          <a:p>
            <a:pPr marL="1257300" lvl="3" indent="-317500">
              <a:spcBef>
                <a:spcPts val="0"/>
              </a:spcBef>
              <a:buFont typeface="Arial" panose="020B0604020202020204" pitchFamily="34" charset="0"/>
              <a:buChar char="•"/>
              <a:defRPr/>
            </a:pPr>
            <a:r>
              <a:rPr lang="es-ES_tradnl" altLang="ja-JP" sz="2400" dirty="0">
                <a:solidFill>
                  <a:srgbClr val="8EB4E3"/>
                </a:solidFill>
                <a:latin typeface="Avenir Book" panose="02000503020000020003"/>
                <a:ea typeface="MS PGothic" panose="020B0600070205080204" pitchFamily="34" charset="-128"/>
              </a:rPr>
              <a:t>Racional </a:t>
            </a:r>
            <a:r>
              <a:rPr lang="es-ES_tradnl" altLang="ja-JP" sz="2600" dirty="0">
                <a:solidFill>
                  <a:schemeClr val="bg2">
                    <a:lumMod val="20000"/>
                    <a:lumOff val="80000"/>
                  </a:schemeClr>
                </a:solidFill>
                <a:latin typeface="Avenir Book" panose="02000503020000020003"/>
                <a:ea typeface="MS PGothic" panose="020B0600070205080204" pitchFamily="34" charset="-128"/>
                <a:cs typeface="Avenir Light"/>
              </a:rPr>
              <a:t>(argumentativo, moderno)</a:t>
            </a:r>
          </a:p>
          <a:p>
            <a:pPr marL="1257300" lvl="3" indent="-317500">
              <a:spcBef>
                <a:spcPts val="0"/>
              </a:spcBef>
              <a:buFont typeface="Arial" panose="020B0604020202020204" pitchFamily="34" charset="0"/>
              <a:buChar char="•"/>
              <a:defRPr/>
            </a:pPr>
            <a:r>
              <a:rPr lang="es-ES_tradnl" altLang="ja-JP" sz="2400" dirty="0">
                <a:solidFill>
                  <a:srgbClr val="8EB4E3"/>
                </a:solidFill>
                <a:latin typeface="Avenir Book" panose="02000503020000020003"/>
                <a:ea typeface="MS PGothic" panose="020B0600070205080204" pitchFamily="34" charset="-128"/>
              </a:rPr>
              <a:t>Emocional</a:t>
            </a:r>
            <a:r>
              <a:rPr lang="es-ES_tradnl" altLang="ja-JP" sz="2600" dirty="0">
                <a:solidFill>
                  <a:srgbClr val="558ED5"/>
                </a:solidFill>
                <a:latin typeface="Avenir Book" panose="02000503020000020003"/>
                <a:ea typeface="MS PGothic" panose="020B0600070205080204" pitchFamily="34" charset="-128"/>
                <a:cs typeface="Avenir Light"/>
              </a:rPr>
              <a:t> </a:t>
            </a:r>
            <a:r>
              <a:rPr lang="es-ES_tradnl" altLang="ja-JP" sz="2600" dirty="0">
                <a:solidFill>
                  <a:schemeClr val="bg2">
                    <a:lumMod val="20000"/>
                    <a:lumOff val="80000"/>
                  </a:schemeClr>
                </a:solidFill>
                <a:latin typeface="Avenir Book" panose="02000503020000020003"/>
                <a:ea typeface="MS PGothic" panose="020B0600070205080204" pitchFamily="34" charset="-128"/>
                <a:cs typeface="Avenir Light"/>
              </a:rPr>
              <a:t>(empático, emergente)</a:t>
            </a:r>
          </a:p>
          <a:p>
            <a:pPr marL="400050" lvl="1" indent="-317500">
              <a:spcBef>
                <a:spcPts val="0"/>
              </a:spcBef>
              <a:buFont typeface="Arial" panose="020B0604020202020204" pitchFamily="34" charset="0"/>
              <a:buChar char="•"/>
              <a:defRPr/>
            </a:pPr>
            <a:r>
              <a:rPr lang="es-ES_tradnl" altLang="ja-JP" sz="3200" dirty="0">
                <a:solidFill>
                  <a:srgbClr val="FFFFFF"/>
                </a:solidFill>
                <a:latin typeface="Avenir Book" panose="02000503020000020003"/>
                <a:ea typeface="MS PGothic" panose="020B0600070205080204" pitchFamily="34" charset="-128"/>
                <a:cs typeface="Avenir Light"/>
              </a:rPr>
              <a:t>Importancia del “</a:t>
            </a:r>
            <a:r>
              <a:rPr lang="es-ES_tradnl" altLang="ja-JP" sz="3200" dirty="0" err="1">
                <a:solidFill>
                  <a:srgbClr val="FFFFFF"/>
                </a:solidFill>
                <a:latin typeface="Avenir Book" panose="02000503020000020003"/>
                <a:ea typeface="MS PGothic" panose="020B0600070205080204" pitchFamily="34" charset="-128"/>
                <a:cs typeface="Avenir Light"/>
              </a:rPr>
              <a:t>seguidazgo</a:t>
            </a:r>
            <a:r>
              <a:rPr lang="es-ES_tradnl" altLang="ja-JP" sz="3200" dirty="0">
                <a:solidFill>
                  <a:srgbClr val="FFFFFF"/>
                </a:solidFill>
                <a:latin typeface="Avenir Book" panose="02000503020000020003"/>
                <a:ea typeface="MS PGothic" panose="020B0600070205080204" pitchFamily="34" charset="-128"/>
                <a:cs typeface="Avenir Light"/>
              </a:rPr>
              <a:t>”: </a:t>
            </a:r>
            <a:r>
              <a:rPr lang="es-ES_tradnl" altLang="ja-JP" sz="3200" dirty="0">
                <a:solidFill>
                  <a:srgbClr val="8EB4E3"/>
                </a:solidFill>
                <a:latin typeface="Avenir Book" panose="02000503020000020003"/>
                <a:ea typeface="MS PGothic" panose="020B0600070205080204" pitchFamily="34" charset="-128"/>
              </a:rPr>
              <a:t>no es posible ser un buen líder sin saber ser un buen seguidor</a:t>
            </a:r>
          </a:p>
          <a:p>
            <a:pPr marL="454025" lvl="1" indent="-317500">
              <a:spcBef>
                <a:spcPts val="0"/>
              </a:spcBef>
              <a:buFont typeface="Arial" panose="020B0604020202020204" pitchFamily="34" charset="0"/>
              <a:buChar char="•"/>
              <a:defRPr/>
            </a:pPr>
            <a:r>
              <a:rPr lang="es-ES_tradnl" altLang="ja-JP" sz="3200" dirty="0">
                <a:solidFill>
                  <a:srgbClr val="FFFFFF"/>
                </a:solidFill>
                <a:latin typeface="Avenir Book" panose="02000503020000020003"/>
                <a:ea typeface="MS PGothic" panose="020B0600070205080204" pitchFamily="34" charset="-128"/>
                <a:cs typeface="Avenir Light"/>
              </a:rPr>
              <a:t>Republicanismo Morado: nuevos estilos de liderazgo</a:t>
            </a:r>
          </a:p>
          <a:p>
            <a:pPr marL="990600" lvl="3" indent="-209550">
              <a:spcBef>
                <a:spcPts val="0"/>
              </a:spcBef>
              <a:buFont typeface="Arial" panose="020B0604020202020204" pitchFamily="34" charset="0"/>
              <a:buChar char="•"/>
              <a:defRPr/>
            </a:pPr>
            <a:r>
              <a:rPr lang="es-ES_tradnl" altLang="ja-JP" sz="2800" dirty="0">
                <a:solidFill>
                  <a:srgbClr val="FFFFFF"/>
                </a:solidFill>
                <a:latin typeface="Avenir Book" panose="02000503020000020003"/>
                <a:ea typeface="MS PGothic" panose="020B0600070205080204" pitchFamily="34" charset="-128"/>
                <a:cs typeface="Avenir Light"/>
              </a:rPr>
              <a:t>Partido Morado </a:t>
            </a:r>
            <a:r>
              <a:rPr lang="es-ES_tradnl" altLang="ja-JP" sz="2800" dirty="0">
                <a:solidFill>
                  <a:srgbClr val="8EB4E3"/>
                </a:solidFill>
                <a:latin typeface="Avenir Book" panose="02000503020000020003"/>
                <a:ea typeface="MS PGothic" panose="020B0600070205080204" pitchFamily="34" charset="-128"/>
              </a:rPr>
              <a:t>combina las tres formas de ejercerlo —disciplina, argumentos y empatía— </a:t>
            </a:r>
            <a:r>
              <a:rPr lang="es-ES_tradnl" altLang="ja-JP" sz="2800" dirty="0">
                <a:solidFill>
                  <a:srgbClr val="FFFFFF"/>
                </a:solidFill>
                <a:latin typeface="Avenir Book" panose="02000503020000020003"/>
                <a:ea typeface="MS PGothic" panose="020B0600070205080204" pitchFamily="34" charset="-128"/>
                <a:cs typeface="Avenir Light"/>
              </a:rPr>
              <a:t>de acuerdo con el tiempo, el lugar, el tema y la situación</a:t>
            </a:r>
          </a:p>
        </p:txBody>
      </p:sp>
      <p:sp>
        <p:nvSpPr>
          <p:cNvPr id="5" name="Rectangle 2">
            <a:extLst>
              <a:ext uri="{FF2B5EF4-FFF2-40B4-BE49-F238E27FC236}">
                <a16:creationId xmlns:a16="http://schemas.microsoft.com/office/drawing/2014/main" id="{FB843583-BFC8-8B41-BCAC-72D3A8FABB9D}"/>
              </a:ext>
            </a:extLst>
          </p:cNvPr>
          <p:cNvSpPr>
            <a:spLocks noGrp="1" noChangeArrowheads="1"/>
          </p:cNvSpPr>
          <p:nvPr>
            <p:ph type="title"/>
          </p:nvPr>
        </p:nvSpPr>
        <p:spPr>
          <a:xfrm>
            <a:off x="17463" y="22225"/>
            <a:ext cx="9906000" cy="871538"/>
          </a:xfrm>
        </p:spPr>
        <p:txBody>
          <a:bodyPr>
            <a:noAutofit/>
          </a:bodyPr>
          <a:lstStyle/>
          <a:p>
            <a:pPr>
              <a:defRPr/>
            </a:pPr>
            <a:r>
              <a:rPr lang="es-ES_tradnl" altLang="en-US" sz="3600" dirty="0">
                <a:solidFill>
                  <a:srgbClr val="8EB4E3"/>
                </a:solidFill>
                <a:latin typeface="Avenir Book" panose="02000503020000020003" pitchFamily="2" charset="0"/>
                <a:ea typeface="MS PGothic" panose="020B0600070205080204" pitchFamily="34" charset="-128"/>
              </a:rPr>
              <a:t>Republicanismo Morado: Liderazgo y poder</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4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4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4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43">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6384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6384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38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1">
            <a:extLst>
              <a:ext uri="{FF2B5EF4-FFF2-40B4-BE49-F238E27FC236}">
                <a16:creationId xmlns:a16="http://schemas.microsoft.com/office/drawing/2014/main" id="{7551F11E-0EE0-4EC8-3519-387DEDC458D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223963"/>
            <a:ext cx="9906000" cy="566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1A6C63F-C60C-9E44-A735-F62085285D59}"/>
              </a:ext>
            </a:extLst>
          </p:cNvPr>
          <p:cNvSpPr txBox="1">
            <a:spLocks noChangeArrowheads="1"/>
          </p:cNvSpPr>
          <p:nvPr/>
        </p:nvSpPr>
        <p:spPr>
          <a:xfrm>
            <a:off x="17463" y="109538"/>
            <a:ext cx="9906000" cy="871537"/>
          </a:xfrm>
          <a:prstGeom prst="rect">
            <a:avLst/>
          </a:prstGeom>
        </p:spPr>
        <p:txBody>
          <a:bodyP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S PGothic" charset="0"/>
              </a:defRPr>
            </a:lvl1pPr>
            <a:lvl2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2pPr>
            <a:lvl3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3pPr>
            <a:lvl4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4pPr>
            <a:lvl5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5pPr>
            <a:lvl6pPr marL="457200" algn="ctr" rtl="0" eaLnBrk="0" fontAlgn="base" hangingPunct="0">
              <a:spcBef>
                <a:spcPct val="0"/>
              </a:spcBef>
              <a:spcAft>
                <a:spcPct val="0"/>
              </a:spcAft>
              <a:defRPr sz="4400">
                <a:solidFill>
                  <a:schemeClr val="tx2"/>
                </a:solidFill>
                <a:latin typeface="Times New Roman" charset="0"/>
                <a:ea typeface="ＭＳ Ｐゴシック" charset="0"/>
              </a:defRPr>
            </a:lvl6pPr>
            <a:lvl7pPr marL="914400" algn="ctr" rtl="0" eaLnBrk="0" fontAlgn="base" hangingPunct="0">
              <a:spcBef>
                <a:spcPct val="0"/>
              </a:spcBef>
              <a:spcAft>
                <a:spcPct val="0"/>
              </a:spcAft>
              <a:defRPr sz="4400">
                <a:solidFill>
                  <a:schemeClr val="tx2"/>
                </a:solidFill>
                <a:latin typeface="Times New Roman" charset="0"/>
                <a:ea typeface="ＭＳ Ｐゴシック" charset="0"/>
              </a:defRPr>
            </a:lvl7pPr>
            <a:lvl8pPr marL="1371600" algn="ctr" rtl="0" eaLnBrk="0" fontAlgn="base" hangingPunct="0">
              <a:spcBef>
                <a:spcPct val="0"/>
              </a:spcBef>
              <a:spcAft>
                <a:spcPct val="0"/>
              </a:spcAft>
              <a:defRPr sz="4400">
                <a:solidFill>
                  <a:schemeClr val="tx2"/>
                </a:solidFill>
                <a:latin typeface="Times New Roman" charset="0"/>
                <a:ea typeface="ＭＳ Ｐゴシック" charset="0"/>
              </a:defRPr>
            </a:lvl8pPr>
            <a:lvl9pPr marL="1828800" algn="ctr" rtl="0" eaLnBrk="0" fontAlgn="base" hangingPunct="0">
              <a:spcBef>
                <a:spcPct val="0"/>
              </a:spcBef>
              <a:spcAft>
                <a:spcPct val="0"/>
              </a:spcAft>
              <a:defRPr sz="4400">
                <a:solidFill>
                  <a:schemeClr val="tx2"/>
                </a:solidFill>
                <a:latin typeface="Times New Roman" charset="0"/>
                <a:ea typeface="ＭＳ Ｐゴシック" charset="0"/>
              </a:defRPr>
            </a:lvl9pPr>
          </a:lstStyle>
          <a:p>
            <a:pPr>
              <a:defRPr/>
            </a:pPr>
            <a:r>
              <a:rPr lang="es-ES_tradnl" altLang="en-US" sz="3600" kern="0" dirty="0">
                <a:solidFill>
                  <a:srgbClr val="8EB4E3"/>
                </a:solidFill>
                <a:latin typeface="Avenir Book" panose="02000503020000020003" pitchFamily="2" charset="0"/>
              </a:rPr>
              <a:t>Republicanismo Morado: Liderazgo y poder</a:t>
            </a:r>
            <a:endParaRPr lang="es-ES" sz="3600" kern="0" dirty="0">
              <a:solidFill>
                <a:schemeClr val="bg2">
                  <a:lumMod val="40000"/>
                  <a:lumOff val="60000"/>
                </a:schemeClr>
              </a:solidFill>
              <a:latin typeface="Avenir Book"/>
              <a:cs typeface="Avenir Book"/>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A7C1ECD9-51E1-473D-1C50-D02D1123E0E3}"/>
              </a:ext>
            </a:extLst>
          </p:cNvPr>
          <p:cNvSpPr>
            <a:spLocks noChangeArrowheads="1"/>
          </p:cNvSpPr>
          <p:nvPr/>
        </p:nvSpPr>
        <p:spPr bwMode="black">
          <a:xfrm>
            <a:off x="-24586" y="1268760"/>
            <a:ext cx="9906000" cy="5805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har char="•"/>
              <a:defRPr sz="3200">
                <a:solidFill>
                  <a:schemeClr val="tx1"/>
                </a:solidFill>
                <a:latin typeface="Times New Roman" panose="02020603050405020304" pitchFamily="18" charset="0"/>
                <a:ea typeface="ＭＳ Ｐゴシック" panose="020B0600070205080204" pitchFamily="34" charset="-128"/>
              </a:defRPr>
            </a:lvl1pPr>
            <a:lvl2pPr marL="547688" indent="-531813">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lvl="1">
              <a:lnSpc>
                <a:spcPct val="90000"/>
              </a:lnSpc>
              <a:buFont typeface="Arial" panose="020B0604020202020204" pitchFamily="34" charset="0"/>
              <a:buChar char="•"/>
            </a:pPr>
            <a:r>
              <a:rPr lang="es-ES" altLang="en-US" dirty="0">
                <a:solidFill>
                  <a:srgbClr val="FFFFFF"/>
                </a:solidFill>
                <a:latin typeface="Avenir Book" panose="02000503020000020003"/>
              </a:rPr>
              <a:t>El surgimiento explosivo y global de la </a:t>
            </a:r>
            <a:r>
              <a:rPr lang="es-ES" altLang="en-US" dirty="0">
                <a:solidFill>
                  <a:srgbClr val="8EB4E3"/>
                </a:solidFill>
                <a:latin typeface="Avenir Book" panose="02000503020000020003"/>
                <a:ea typeface="MS PGothic" panose="020B0600070205080204" pitchFamily="34" charset="-128"/>
                <a:cs typeface="MS PGothic" charset="0"/>
              </a:rPr>
              <a:t>sociedad del conocimiento y la información</a:t>
            </a:r>
            <a:endParaRPr lang="en-US" altLang="en-US" sz="3200" dirty="0">
              <a:solidFill>
                <a:srgbClr val="8EB4E3"/>
              </a:solidFill>
              <a:latin typeface="Avenir Book" panose="02000503020000020003"/>
              <a:ea typeface="MS PGothic" panose="020B0600070205080204" pitchFamily="34" charset="-128"/>
              <a:cs typeface="MS PGothic" charset="0"/>
            </a:endParaRPr>
          </a:p>
          <a:p>
            <a:pPr lvl="1">
              <a:lnSpc>
                <a:spcPct val="90000"/>
              </a:lnSpc>
              <a:buFont typeface="Arial" panose="020B0604020202020204" pitchFamily="34" charset="0"/>
              <a:buChar char="•"/>
            </a:pPr>
            <a:r>
              <a:rPr lang="es-ES" altLang="en-US" dirty="0">
                <a:solidFill>
                  <a:srgbClr val="FFFFFF"/>
                </a:solidFill>
                <a:latin typeface="Avenir Book" panose="02000503020000020003"/>
              </a:rPr>
              <a:t>Las presiones del </a:t>
            </a:r>
            <a:r>
              <a:rPr lang="es-ES" altLang="en-US" dirty="0">
                <a:solidFill>
                  <a:srgbClr val="8EB4E3"/>
                </a:solidFill>
                <a:latin typeface="Avenir Book" panose="02000503020000020003"/>
                <a:ea typeface="MS PGothic" panose="020B0600070205080204" pitchFamily="34" charset="-128"/>
                <a:cs typeface="MS PGothic" charset="0"/>
              </a:rPr>
              <a:t>deterioro ambiental y el cambio climático, </a:t>
            </a:r>
            <a:r>
              <a:rPr lang="es-ES" altLang="en-US" dirty="0">
                <a:solidFill>
                  <a:srgbClr val="FFFFFF"/>
                </a:solidFill>
                <a:latin typeface="Avenir Book" panose="02000503020000020003"/>
              </a:rPr>
              <a:t>que amenazan la capacidad de regeneración de los ecosistemas que sustentan la vida humana</a:t>
            </a:r>
            <a:endParaRPr lang="en-US" altLang="en-US" dirty="0">
              <a:solidFill>
                <a:srgbClr val="FFFFFF"/>
              </a:solidFill>
              <a:latin typeface="Avenir Book" panose="02000503020000020003"/>
            </a:endParaRPr>
          </a:p>
          <a:p>
            <a:pPr lvl="1">
              <a:lnSpc>
                <a:spcPct val="90000"/>
              </a:lnSpc>
              <a:buFont typeface="Arial" panose="020B0604020202020204" pitchFamily="34" charset="0"/>
              <a:buChar char="•"/>
            </a:pPr>
            <a:r>
              <a:rPr lang="es-ES" altLang="en-US" dirty="0">
                <a:solidFill>
                  <a:srgbClr val="FFFFFF"/>
                </a:solidFill>
                <a:latin typeface="Avenir Book" panose="02000503020000020003"/>
              </a:rPr>
              <a:t>Las </a:t>
            </a:r>
            <a:r>
              <a:rPr lang="es-ES" altLang="en-US" dirty="0">
                <a:solidFill>
                  <a:srgbClr val="8EB4E3"/>
                </a:solidFill>
                <a:latin typeface="Avenir Book" panose="02000503020000020003"/>
                <a:ea typeface="MS PGothic" panose="020B0600070205080204" pitchFamily="34" charset="-128"/>
                <a:cs typeface="MS PGothic" charset="0"/>
              </a:rPr>
              <a:t>reivindicaciones históricas insatisfechas </a:t>
            </a:r>
            <a:r>
              <a:rPr lang="es-ES" altLang="en-US" dirty="0">
                <a:solidFill>
                  <a:srgbClr val="FFFFFF"/>
                </a:solidFill>
                <a:latin typeface="Avenir Book" panose="02000503020000020003"/>
              </a:rPr>
              <a:t>producto de la exclusión, desigualdad y discriminación, que han frustrado aspiraciones durante siglos</a:t>
            </a:r>
          </a:p>
          <a:p>
            <a:pPr lvl="1">
              <a:lnSpc>
                <a:spcPct val="90000"/>
              </a:lnSpc>
              <a:buFont typeface="Arial" panose="020B0604020202020204" pitchFamily="34" charset="0"/>
              <a:buChar char="•"/>
            </a:pPr>
            <a:r>
              <a:rPr lang="es-ES" altLang="en-US" dirty="0">
                <a:solidFill>
                  <a:srgbClr val="FF0000"/>
                </a:solidFill>
                <a:latin typeface="Avenir Book" panose="02000503020000020003"/>
              </a:rPr>
              <a:t>Inseguridad, crisis económica, corrupción, deterioro de la calidad de vida, desmantelamiento del Estado, destrucción de la democracia que generan el actual Congreso, el Ejecutivo y los parásitos, </a:t>
            </a:r>
            <a:r>
              <a:rPr lang="es-ES" altLang="en-US" dirty="0" err="1">
                <a:solidFill>
                  <a:srgbClr val="FF0000"/>
                </a:solidFill>
                <a:latin typeface="Avenir Book" panose="02000503020000020003"/>
              </a:rPr>
              <a:t>gangsters</a:t>
            </a:r>
            <a:r>
              <a:rPr lang="es-ES" altLang="en-US" dirty="0">
                <a:solidFill>
                  <a:srgbClr val="FF0000"/>
                </a:solidFill>
                <a:latin typeface="Avenir Book" panose="02000503020000020003"/>
              </a:rPr>
              <a:t> de la política y autócratas que gobiernan en la actualidad</a:t>
            </a:r>
          </a:p>
        </p:txBody>
      </p:sp>
      <p:sp>
        <p:nvSpPr>
          <p:cNvPr id="4" name="Rectangle 2">
            <a:extLst>
              <a:ext uri="{FF2B5EF4-FFF2-40B4-BE49-F238E27FC236}">
                <a16:creationId xmlns:a16="http://schemas.microsoft.com/office/drawing/2014/main" id="{E9A5FE09-8B8C-5041-997B-0FEA1914C66C}"/>
              </a:ext>
            </a:extLst>
          </p:cNvPr>
          <p:cNvSpPr txBox="1">
            <a:spLocks noChangeArrowheads="1"/>
          </p:cNvSpPr>
          <p:nvPr/>
        </p:nvSpPr>
        <p:spPr>
          <a:xfrm>
            <a:off x="0" y="0"/>
            <a:ext cx="9906000" cy="1196975"/>
          </a:xfrm>
          <a:prstGeom prst="rect">
            <a:avLst/>
          </a:prstGeom>
        </p:spPr>
        <p:txBody>
          <a:bodyP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S PGothic" charset="0"/>
              </a:defRPr>
            </a:lvl1pPr>
            <a:lvl2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2pPr>
            <a:lvl3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3pPr>
            <a:lvl4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4pPr>
            <a:lvl5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5pPr>
            <a:lvl6pPr marL="457200" algn="ctr" rtl="0" eaLnBrk="0" fontAlgn="base" hangingPunct="0">
              <a:spcBef>
                <a:spcPct val="0"/>
              </a:spcBef>
              <a:spcAft>
                <a:spcPct val="0"/>
              </a:spcAft>
              <a:defRPr sz="4400">
                <a:solidFill>
                  <a:schemeClr val="tx2"/>
                </a:solidFill>
                <a:latin typeface="Times New Roman" charset="0"/>
                <a:ea typeface="ＭＳ Ｐゴシック" charset="0"/>
              </a:defRPr>
            </a:lvl6pPr>
            <a:lvl7pPr marL="914400" algn="ctr" rtl="0" eaLnBrk="0" fontAlgn="base" hangingPunct="0">
              <a:spcBef>
                <a:spcPct val="0"/>
              </a:spcBef>
              <a:spcAft>
                <a:spcPct val="0"/>
              </a:spcAft>
              <a:defRPr sz="4400">
                <a:solidFill>
                  <a:schemeClr val="tx2"/>
                </a:solidFill>
                <a:latin typeface="Times New Roman" charset="0"/>
                <a:ea typeface="ＭＳ Ｐゴシック" charset="0"/>
              </a:defRPr>
            </a:lvl7pPr>
            <a:lvl8pPr marL="1371600" algn="ctr" rtl="0" eaLnBrk="0" fontAlgn="base" hangingPunct="0">
              <a:spcBef>
                <a:spcPct val="0"/>
              </a:spcBef>
              <a:spcAft>
                <a:spcPct val="0"/>
              </a:spcAft>
              <a:defRPr sz="4400">
                <a:solidFill>
                  <a:schemeClr val="tx2"/>
                </a:solidFill>
                <a:latin typeface="Times New Roman" charset="0"/>
                <a:ea typeface="ＭＳ Ｐゴシック" charset="0"/>
              </a:defRPr>
            </a:lvl8pPr>
            <a:lvl9pPr marL="1828800" algn="ctr" rtl="0" eaLnBrk="0" fontAlgn="base" hangingPunct="0">
              <a:spcBef>
                <a:spcPct val="0"/>
              </a:spcBef>
              <a:spcAft>
                <a:spcPct val="0"/>
              </a:spcAft>
              <a:defRPr sz="4400">
                <a:solidFill>
                  <a:schemeClr val="tx2"/>
                </a:solidFill>
                <a:latin typeface="Times New Roman" charset="0"/>
                <a:ea typeface="ＭＳ Ｐゴシック" charset="0"/>
              </a:defRPr>
            </a:lvl9pPr>
          </a:lstStyle>
          <a:p>
            <a:pPr eaLnBrk="1" hangingPunct="1">
              <a:lnSpc>
                <a:spcPct val="90000"/>
              </a:lnSpc>
              <a:defRPr/>
            </a:pPr>
            <a:r>
              <a:rPr lang="es-ES_tradnl" sz="3600" dirty="0">
                <a:solidFill>
                  <a:srgbClr val="8EB4E3"/>
                </a:solidFill>
                <a:latin typeface="Avenir Book"/>
                <a:ea typeface="+mj-ea"/>
                <a:cs typeface="Avenir Book"/>
              </a:rPr>
              <a:t>Desafíos para la gobernabilidad democrática en el Perú del siglo 21</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355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55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55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A692E2B-153C-AC49-9CC7-B2B6A48C8B6F}"/>
              </a:ext>
            </a:extLst>
          </p:cNvPr>
          <p:cNvSpPr>
            <a:spLocks noGrp="1" noChangeArrowheads="1"/>
          </p:cNvSpPr>
          <p:nvPr>
            <p:ph type="title"/>
          </p:nvPr>
        </p:nvSpPr>
        <p:spPr>
          <a:xfrm>
            <a:off x="0" y="0"/>
            <a:ext cx="9906000" cy="760413"/>
          </a:xfrm>
        </p:spPr>
        <p:txBody>
          <a:bodyPr rtlCol="0">
            <a:noAutofit/>
          </a:bodyPr>
          <a:lstStyle/>
          <a:p>
            <a:pPr eaLnBrk="1" hangingPunct="1">
              <a:defRPr/>
            </a:pPr>
            <a:r>
              <a:rPr lang="es-ES_tradnl" sz="3600" kern="1200" dirty="0">
                <a:solidFill>
                  <a:srgbClr val="8EB4E3"/>
                </a:solidFill>
                <a:latin typeface="Avenir Book"/>
                <a:ea typeface="+mj-ea"/>
                <a:cs typeface="Avenir Book"/>
              </a:rPr>
              <a:t>Actores sociales (1)</a:t>
            </a:r>
          </a:p>
        </p:txBody>
      </p:sp>
      <p:sp>
        <p:nvSpPr>
          <p:cNvPr id="7171" name="Rectangle 3">
            <a:extLst>
              <a:ext uri="{FF2B5EF4-FFF2-40B4-BE49-F238E27FC236}">
                <a16:creationId xmlns:a16="http://schemas.microsoft.com/office/drawing/2014/main" id="{1993BD00-8719-4E42-A454-4C618692A385}"/>
              </a:ext>
            </a:extLst>
          </p:cNvPr>
          <p:cNvSpPr>
            <a:spLocks noGrp="1" noChangeArrowheads="1"/>
          </p:cNvSpPr>
          <p:nvPr>
            <p:ph type="body" idx="1"/>
          </p:nvPr>
        </p:nvSpPr>
        <p:spPr>
          <a:xfrm>
            <a:off x="0" y="760413"/>
            <a:ext cx="9906000" cy="6097587"/>
          </a:xfrm>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pPr>
              <a:spcBef>
                <a:spcPct val="0"/>
              </a:spcBef>
              <a:buFont typeface="Times" pitchFamily="2" charset="0"/>
              <a:buChar char="•"/>
              <a:defRPr/>
            </a:pPr>
            <a:r>
              <a:rPr lang="es-ES_tradnl" altLang="en-US" sz="2800" i="1" kern="1200" dirty="0">
                <a:solidFill>
                  <a:srgbClr val="8EB4E3"/>
                </a:solidFill>
                <a:latin typeface="Avenir Book" panose="02000503020000020003"/>
                <a:ea typeface="MS PGothic" panose="020B0600070205080204" pitchFamily="34" charset="-128"/>
              </a:rPr>
              <a:t>Estado (sector público): </a:t>
            </a:r>
            <a:r>
              <a:rPr lang="es-ES_tradnl" altLang="en-US" sz="2600" dirty="0">
                <a:solidFill>
                  <a:srgbClr val="FFFFFF"/>
                </a:solidFill>
                <a:latin typeface="Avenir Book" panose="02000503020000020003"/>
                <a:ea typeface="MS PGothic" panose="020B0600070205080204" pitchFamily="34" charset="-128"/>
              </a:rPr>
              <a:t>moviliza, estructura y norma la acción colectiva y las iniciativas conjuntas; adopta una perspectiva integral y promueve cohesión social, el sentido de pertenencia a la comunidad y la convivencia armónica</a:t>
            </a:r>
          </a:p>
          <a:p>
            <a:pPr>
              <a:spcBef>
                <a:spcPct val="0"/>
              </a:spcBef>
              <a:buFont typeface="Times" pitchFamily="2" charset="0"/>
              <a:buChar char="•"/>
              <a:defRPr/>
            </a:pPr>
            <a:r>
              <a:rPr lang="es-ES_tradnl" altLang="en-US" sz="2800" i="1" kern="1200" dirty="0">
                <a:solidFill>
                  <a:srgbClr val="8EB4E3"/>
                </a:solidFill>
                <a:latin typeface="Avenir Book" panose="02000503020000020003"/>
                <a:ea typeface="MS PGothic" panose="020B0600070205080204" pitchFamily="34" charset="-128"/>
              </a:rPr>
              <a:t>Empresas (sector privado): </a:t>
            </a:r>
            <a:r>
              <a:rPr lang="es-ES_tradnl" altLang="en-US" sz="2600" dirty="0">
                <a:solidFill>
                  <a:srgbClr val="FFFFFF"/>
                </a:solidFill>
                <a:latin typeface="Avenir Book" panose="02000503020000020003"/>
                <a:ea typeface="MS PGothic" panose="020B0600070205080204" pitchFamily="34" charset="-128"/>
              </a:rPr>
              <a:t>crea riqueza y promueve el bienestar personal; produce bienes y servicios para satisfacer necesidades de la población; genera empleo e inversión</a:t>
            </a:r>
          </a:p>
          <a:p>
            <a:pPr>
              <a:spcBef>
                <a:spcPct val="0"/>
              </a:spcBef>
              <a:buFont typeface="Times" pitchFamily="2" charset="0"/>
              <a:buChar char="•"/>
              <a:defRPr/>
            </a:pPr>
            <a:r>
              <a:rPr lang="es-ES_tradnl" altLang="en-US" sz="2800" i="1" kern="1200" dirty="0">
                <a:solidFill>
                  <a:srgbClr val="8EB4E3"/>
                </a:solidFill>
                <a:latin typeface="Avenir Book" panose="02000503020000020003"/>
                <a:ea typeface="MS PGothic" panose="020B0600070205080204" pitchFamily="34" charset="-128"/>
              </a:rPr>
              <a:t>Sociedad civil (sector social): </a:t>
            </a:r>
            <a:r>
              <a:rPr lang="es-ES_tradnl" altLang="en-US" sz="2600" dirty="0">
                <a:solidFill>
                  <a:srgbClr val="FFFFFF"/>
                </a:solidFill>
                <a:latin typeface="Avenir Book" panose="02000503020000020003"/>
                <a:ea typeface="MS PGothic" panose="020B0600070205080204" pitchFamily="34" charset="-128"/>
              </a:rPr>
              <a:t>articula y canaliza demandas y contribuciones de la población; defiende derechos individuales y colectivos; moviliza iniciativas de voluntariado</a:t>
            </a:r>
          </a:p>
          <a:p>
            <a:pPr>
              <a:spcBef>
                <a:spcPct val="0"/>
              </a:spcBef>
              <a:buFont typeface="Times" pitchFamily="2" charset="0"/>
              <a:buChar char="•"/>
              <a:defRPr/>
            </a:pPr>
            <a:r>
              <a:rPr lang="es-ES_tradnl" altLang="en-US" sz="2800" i="1" kern="1200" dirty="0">
                <a:solidFill>
                  <a:srgbClr val="8EB4E3"/>
                </a:solidFill>
                <a:latin typeface="Avenir Book" panose="02000503020000020003"/>
                <a:ea typeface="MS PGothic" panose="020B0600070205080204" pitchFamily="34" charset="-128"/>
              </a:rPr>
              <a:t>Conocimiento e información (sector conocimiento</a:t>
            </a:r>
            <a:r>
              <a:rPr lang="es-ES_tradnl" altLang="en-US" sz="2800" i="1" kern="1200" dirty="0">
                <a:solidFill>
                  <a:srgbClr val="8EB4E3"/>
                </a:solidFill>
                <a:latin typeface="Avenir Book" panose="02000503020000020003"/>
                <a:ea typeface="MS PGothic" panose="020B0600070205080204" pitchFamily="34" charset="-128"/>
                <a:sym typeface="Wingdings" pitchFamily="2" charset="2"/>
              </a:rPr>
              <a:t>): </a:t>
            </a:r>
            <a:r>
              <a:rPr lang="es-ES_tradnl" altLang="en-US" sz="2600" dirty="0">
                <a:solidFill>
                  <a:srgbClr val="FFFFFF"/>
                </a:solidFill>
                <a:latin typeface="Avenir Book" panose="02000503020000020003"/>
                <a:ea typeface="MS PGothic" panose="020B0600070205080204" pitchFamily="34" charset="-128"/>
              </a:rPr>
              <a:t>crea, adapta y difunde ciencia y tecnología; genera evidencia para estrategias y políticas públicas; difunde información; prepara análisis; fomenta la reflexión y la creatividad cultural y artística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133E7F2-5AEC-68BD-4E7D-5DB42D7FE6E8}"/>
              </a:ext>
            </a:extLst>
          </p:cNvPr>
          <p:cNvSpPr>
            <a:spLocks noChangeArrowheads="1"/>
          </p:cNvSpPr>
          <p:nvPr/>
        </p:nvSpPr>
        <p:spPr bwMode="black">
          <a:xfrm>
            <a:off x="0" y="549275"/>
            <a:ext cx="9906000" cy="6303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spcBef>
                <a:spcPct val="20000"/>
              </a:spcBef>
              <a:buChar char="•"/>
              <a:defRPr sz="3200">
                <a:solidFill>
                  <a:schemeClr val="tx1"/>
                </a:solidFill>
                <a:latin typeface="Times New Roman" panose="02020603050405020304" pitchFamily="18" charset="0"/>
                <a:ea typeface="ＭＳ Ｐゴシック" panose="020B0600070205080204" pitchFamily="34" charset="-128"/>
              </a:defRPr>
            </a:lvl1pPr>
            <a:lvl2pPr marL="758825" indent="-346075">
              <a:spcBef>
                <a:spcPct val="20000"/>
              </a:spcBef>
              <a:buChar char="–"/>
              <a:defRPr sz="28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ＭＳ Ｐゴシック" panose="020B0600070205080204" pitchFamily="34" charset="-128"/>
              </a:defRPr>
            </a:lvl9pPr>
          </a:lstStyle>
          <a:p>
            <a:pPr eaLnBrk="1" hangingPunct="1">
              <a:spcBef>
                <a:spcPct val="40000"/>
              </a:spcBef>
            </a:pPr>
            <a:r>
              <a:rPr lang="es-ES_tradnl" altLang="ja-JP" sz="2800" dirty="0">
                <a:solidFill>
                  <a:srgbClr val="FFFFFF"/>
                </a:solidFill>
                <a:latin typeface="Avenir Book" panose="02000503020000020003" pitchFamily="2" charset="0"/>
              </a:rPr>
              <a:t>Extremos (utopías) excluyentes a superar:</a:t>
            </a:r>
          </a:p>
          <a:p>
            <a:pPr lvl="1">
              <a:buFont typeface="Arial" panose="020B0604020202020204" pitchFamily="34" charset="0"/>
              <a:buChar char="•"/>
            </a:pPr>
            <a:r>
              <a:rPr lang="es-ES_tradnl" altLang="en-US" sz="2400" i="1" dirty="0">
                <a:solidFill>
                  <a:srgbClr val="8EB4E3"/>
                </a:solidFill>
                <a:latin typeface="Avenir Book" panose="02000503020000020003"/>
                <a:ea typeface="MS PGothic" panose="020B0600070205080204" pitchFamily="34" charset="-128"/>
                <a:cs typeface="MS PGothic" charset="0"/>
              </a:rPr>
              <a:t>Utopía estatista</a:t>
            </a:r>
            <a:r>
              <a:rPr lang="es-ES_tradnl" altLang="en-US" sz="2400" dirty="0">
                <a:solidFill>
                  <a:srgbClr val="FFFFFF"/>
                </a:solidFill>
                <a:latin typeface="Avenir Book" panose="02000503020000020003" pitchFamily="2" charset="0"/>
              </a:rPr>
              <a:t>: el Estado puede y debe hacerlo todo</a:t>
            </a:r>
          </a:p>
          <a:p>
            <a:pPr lvl="1">
              <a:buFont typeface="Arial" panose="020B0604020202020204" pitchFamily="34" charset="0"/>
              <a:buChar char="•"/>
            </a:pPr>
            <a:r>
              <a:rPr lang="es-ES_tradnl" altLang="en-US" sz="2400" i="1" dirty="0">
                <a:solidFill>
                  <a:srgbClr val="8EB4E3"/>
                </a:solidFill>
                <a:latin typeface="Avenir Book" panose="02000503020000020003"/>
                <a:ea typeface="MS PGothic" panose="020B0600070205080204" pitchFamily="34" charset="-128"/>
                <a:cs typeface="MS PGothic" charset="0"/>
              </a:rPr>
              <a:t>Utopía </a:t>
            </a:r>
            <a:r>
              <a:rPr lang="es-ES_tradnl" altLang="en-US" sz="2400" i="1" dirty="0" err="1">
                <a:solidFill>
                  <a:srgbClr val="8EB4E3"/>
                </a:solidFill>
                <a:latin typeface="Avenir Book" panose="02000503020000020003"/>
                <a:ea typeface="MS PGothic" panose="020B0600070205080204" pitchFamily="34" charset="-128"/>
                <a:cs typeface="MS PGothic" charset="0"/>
              </a:rPr>
              <a:t>fundamercadista</a:t>
            </a:r>
            <a:r>
              <a:rPr lang="es-ES_tradnl" altLang="en-US" sz="2400" dirty="0">
                <a:solidFill>
                  <a:srgbClr val="FFFFFF"/>
                </a:solidFill>
                <a:latin typeface="Avenir Book" panose="02000503020000020003" pitchFamily="2" charset="0"/>
              </a:rPr>
              <a:t>: basta dejar que funcionen la iniciativa individual y las fuerzas de mercado</a:t>
            </a:r>
          </a:p>
          <a:p>
            <a:pPr lvl="1">
              <a:buFont typeface="Arial" panose="020B0604020202020204" pitchFamily="34" charset="0"/>
              <a:buChar char="•"/>
            </a:pPr>
            <a:r>
              <a:rPr lang="es-ES_tradnl" altLang="en-US" sz="2400" i="1" dirty="0">
                <a:solidFill>
                  <a:srgbClr val="8EB4E3"/>
                </a:solidFill>
                <a:latin typeface="Avenir Book" panose="02000503020000020003"/>
                <a:ea typeface="MS PGothic" panose="020B0600070205080204" pitchFamily="34" charset="-128"/>
                <a:cs typeface="MS PGothic" charset="0"/>
              </a:rPr>
              <a:t>Utopía civilista</a:t>
            </a:r>
            <a:r>
              <a:rPr lang="es-ES_tradnl" altLang="en-US" sz="2400" dirty="0">
                <a:solidFill>
                  <a:srgbClr val="FFFFFF"/>
                </a:solidFill>
                <a:latin typeface="Avenir Book" panose="02000503020000020003" pitchFamily="2" charset="0"/>
              </a:rPr>
              <a:t>: las acciones de la poblaci</a:t>
            </a:r>
            <a:r>
              <a:rPr lang="es-ES_tradnl" altLang="ja-JP" sz="2400" dirty="0">
                <a:solidFill>
                  <a:srgbClr val="FFFFFF"/>
                </a:solidFill>
                <a:latin typeface="Avenir Book" panose="02000503020000020003" pitchFamily="2" charset="0"/>
              </a:rPr>
              <a:t>ón organizada</a:t>
            </a:r>
            <a:r>
              <a:rPr lang="es-ES_tradnl" altLang="en-US" sz="2400" dirty="0">
                <a:solidFill>
                  <a:srgbClr val="FFFFFF"/>
                </a:solidFill>
                <a:latin typeface="Avenir Book" panose="02000503020000020003" pitchFamily="2" charset="0"/>
              </a:rPr>
              <a:t> y de la sociedad civil son suficientes</a:t>
            </a:r>
          </a:p>
          <a:p>
            <a:pPr lvl="1">
              <a:buFont typeface="Arial" panose="020B0604020202020204" pitchFamily="34" charset="0"/>
              <a:buChar char="•"/>
            </a:pPr>
            <a:r>
              <a:rPr lang="es-ES_tradnl" altLang="en-US" sz="2400" i="1" dirty="0">
                <a:solidFill>
                  <a:srgbClr val="8EB4E3"/>
                </a:solidFill>
                <a:latin typeface="Avenir Book" panose="02000503020000020003"/>
                <a:ea typeface="MS PGothic" panose="020B0600070205080204" pitchFamily="34" charset="-128"/>
                <a:cs typeface="MS PGothic" charset="0"/>
              </a:rPr>
              <a:t>Utopía academicista</a:t>
            </a:r>
            <a:r>
              <a:rPr lang="es-ES_tradnl" altLang="en-US" sz="2400" dirty="0">
                <a:solidFill>
                  <a:srgbClr val="FFFFFF"/>
                </a:solidFill>
                <a:latin typeface="Avenir Book" panose="02000503020000020003" pitchFamily="2" charset="0"/>
              </a:rPr>
              <a:t>: sólo los intelectuales y académicos son capaces de gobernar bien el país.</a:t>
            </a:r>
          </a:p>
          <a:p>
            <a:r>
              <a:rPr lang="es-ES_tradnl" altLang="en-US" sz="2400" dirty="0">
                <a:solidFill>
                  <a:srgbClr val="FFFFFF"/>
                </a:solidFill>
                <a:latin typeface="Avenir Book" panose="02000503020000020003" pitchFamily="2" charset="0"/>
              </a:rPr>
              <a:t>Debemos lograr un </a:t>
            </a:r>
            <a:r>
              <a:rPr lang="es-ES_tradnl" altLang="en-US" sz="2400" dirty="0">
                <a:solidFill>
                  <a:srgbClr val="8EB4E3"/>
                </a:solidFill>
                <a:latin typeface="Avenir Book" panose="02000503020000020003"/>
                <a:ea typeface="MS PGothic" panose="020B0600070205080204" pitchFamily="34" charset="-128"/>
                <a:cs typeface="MS PGothic" charset="0"/>
              </a:rPr>
              <a:t>balance entre los actores sociales</a:t>
            </a:r>
            <a:r>
              <a:rPr lang="es-ES_tradnl" altLang="en-US" sz="2400" dirty="0">
                <a:solidFill>
                  <a:srgbClr val="FFFFFF"/>
                </a:solidFill>
                <a:latin typeface="Avenir Book" panose="02000503020000020003" pitchFamily="2" charset="0"/>
              </a:rPr>
              <a:t>: generar</a:t>
            </a:r>
            <a:r>
              <a:rPr lang="es-ES_tradnl" altLang="ja-JP" sz="2400" dirty="0">
                <a:solidFill>
                  <a:srgbClr val="FFFFFF"/>
                </a:solidFill>
                <a:latin typeface="Avenir Book" panose="02000503020000020003" pitchFamily="2" charset="0"/>
              </a:rPr>
              <a:t> acuerdos políticos estables, duraderos y con visión de futuro (especialmente en reformas institucionales)</a:t>
            </a:r>
          </a:p>
          <a:p>
            <a:r>
              <a:rPr lang="es-ES_tradnl" altLang="ja-JP" sz="2400" dirty="0">
                <a:solidFill>
                  <a:srgbClr val="FFFFFF"/>
                </a:solidFill>
                <a:latin typeface="Avenir Book" panose="02000503020000020003" pitchFamily="2" charset="0"/>
              </a:rPr>
              <a:t>Papel clave de los </a:t>
            </a:r>
            <a:r>
              <a:rPr lang="es-ES_tradnl" altLang="ja-JP" sz="2400" dirty="0">
                <a:solidFill>
                  <a:srgbClr val="8EB4E3"/>
                </a:solidFill>
                <a:latin typeface="Avenir Book" panose="02000503020000020003"/>
                <a:ea typeface="MS PGothic" panose="020B0600070205080204" pitchFamily="34" charset="-128"/>
                <a:cs typeface="MS PGothic" charset="0"/>
              </a:rPr>
              <a:t>partidos políticos</a:t>
            </a:r>
            <a:r>
              <a:rPr lang="es-ES_tradnl" altLang="ja-JP" sz="2400" dirty="0">
                <a:solidFill>
                  <a:srgbClr val="FFFFFF"/>
                </a:solidFill>
                <a:latin typeface="Avenir Book" panose="02000503020000020003" pitchFamily="2" charset="0"/>
              </a:rPr>
              <a:t>: gobernar y representar a la ciudadanía; proponer visión de futuro; preparar e implementar estrategias y planes; mediar y articular posiciones diversas; forjar sentido compartido de historia y futuro, mantener la unidad</a:t>
            </a:r>
          </a:p>
        </p:txBody>
      </p:sp>
      <p:sp>
        <p:nvSpPr>
          <p:cNvPr id="4" name="Rectangle 2">
            <a:extLst>
              <a:ext uri="{FF2B5EF4-FFF2-40B4-BE49-F238E27FC236}">
                <a16:creationId xmlns:a16="http://schemas.microsoft.com/office/drawing/2014/main" id="{1CAA2EC8-04F4-4C4F-984F-007519D15D43}"/>
              </a:ext>
            </a:extLst>
          </p:cNvPr>
          <p:cNvSpPr txBox="1">
            <a:spLocks noChangeArrowheads="1"/>
          </p:cNvSpPr>
          <p:nvPr/>
        </p:nvSpPr>
        <p:spPr>
          <a:xfrm>
            <a:off x="0" y="0"/>
            <a:ext cx="9906000" cy="760413"/>
          </a:xfrm>
          <a:prstGeom prst="rect">
            <a:avLst/>
          </a:prstGeom>
        </p:spPr>
        <p:txBody>
          <a:bodyP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S PGothic" charset="0"/>
              </a:defRPr>
            </a:lvl1pPr>
            <a:lvl2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2pPr>
            <a:lvl3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3pPr>
            <a:lvl4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4pPr>
            <a:lvl5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5pPr>
            <a:lvl6pPr marL="457200" algn="ctr" rtl="0" eaLnBrk="0" fontAlgn="base" hangingPunct="0">
              <a:spcBef>
                <a:spcPct val="0"/>
              </a:spcBef>
              <a:spcAft>
                <a:spcPct val="0"/>
              </a:spcAft>
              <a:defRPr sz="4400">
                <a:solidFill>
                  <a:schemeClr val="tx2"/>
                </a:solidFill>
                <a:latin typeface="Times New Roman" charset="0"/>
                <a:ea typeface="ＭＳ Ｐゴシック" charset="0"/>
              </a:defRPr>
            </a:lvl6pPr>
            <a:lvl7pPr marL="914400" algn="ctr" rtl="0" eaLnBrk="0" fontAlgn="base" hangingPunct="0">
              <a:spcBef>
                <a:spcPct val="0"/>
              </a:spcBef>
              <a:spcAft>
                <a:spcPct val="0"/>
              </a:spcAft>
              <a:defRPr sz="4400">
                <a:solidFill>
                  <a:schemeClr val="tx2"/>
                </a:solidFill>
                <a:latin typeface="Times New Roman" charset="0"/>
                <a:ea typeface="ＭＳ Ｐゴシック" charset="0"/>
              </a:defRPr>
            </a:lvl7pPr>
            <a:lvl8pPr marL="1371600" algn="ctr" rtl="0" eaLnBrk="0" fontAlgn="base" hangingPunct="0">
              <a:spcBef>
                <a:spcPct val="0"/>
              </a:spcBef>
              <a:spcAft>
                <a:spcPct val="0"/>
              </a:spcAft>
              <a:defRPr sz="4400">
                <a:solidFill>
                  <a:schemeClr val="tx2"/>
                </a:solidFill>
                <a:latin typeface="Times New Roman" charset="0"/>
                <a:ea typeface="ＭＳ Ｐゴシック" charset="0"/>
              </a:defRPr>
            </a:lvl8pPr>
            <a:lvl9pPr marL="1828800" algn="ctr" rtl="0" eaLnBrk="0" fontAlgn="base" hangingPunct="0">
              <a:spcBef>
                <a:spcPct val="0"/>
              </a:spcBef>
              <a:spcAft>
                <a:spcPct val="0"/>
              </a:spcAft>
              <a:defRPr sz="4400">
                <a:solidFill>
                  <a:schemeClr val="tx2"/>
                </a:solidFill>
                <a:latin typeface="Times New Roman" charset="0"/>
                <a:ea typeface="ＭＳ Ｐゴシック" charset="0"/>
              </a:defRPr>
            </a:lvl9pPr>
          </a:lstStyle>
          <a:p>
            <a:pPr eaLnBrk="1" hangingPunct="1">
              <a:defRPr/>
            </a:pPr>
            <a:r>
              <a:rPr lang="es-ES_tradnl" sz="3600" dirty="0">
                <a:solidFill>
                  <a:srgbClr val="8EB4E3"/>
                </a:solidFill>
                <a:latin typeface="Avenir Book"/>
                <a:ea typeface="+mj-ea"/>
                <a:cs typeface="Avenir Book"/>
              </a:rPr>
              <a:t>Actores sociales (2)</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355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355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55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55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Elipse 4">
            <a:extLst>
              <a:ext uri="{FF2B5EF4-FFF2-40B4-BE49-F238E27FC236}">
                <a16:creationId xmlns:a16="http://schemas.microsoft.com/office/drawing/2014/main" id="{C12A79ED-823B-4347-8E8D-A76F7BCADCAD}"/>
              </a:ext>
            </a:extLst>
          </p:cNvPr>
          <p:cNvSpPr/>
          <p:nvPr/>
        </p:nvSpPr>
        <p:spPr>
          <a:xfrm>
            <a:off x="2527300" y="669925"/>
            <a:ext cx="4978400" cy="4305300"/>
          </a:xfrm>
          <a:prstGeom prst="ellipse">
            <a:avLst/>
          </a:prstGeom>
          <a:solidFill>
            <a:srgbClr val="7030A0">
              <a:alpha val="1000"/>
            </a:srgbClr>
          </a:solid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2400">
                <a:solidFill>
                  <a:schemeClr val="tx1"/>
                </a:solidFill>
                <a:latin typeface="Times" pitchFamily="2" charset="0"/>
                <a:ea typeface="MS PGothic" panose="020B0600070205080204" pitchFamily="34" charset="-128"/>
              </a:defRPr>
            </a:lvl1pPr>
            <a:lvl2pPr marL="742950" indent="-285750">
              <a:defRPr sz="2400">
                <a:solidFill>
                  <a:schemeClr val="tx1"/>
                </a:solidFill>
                <a:latin typeface="Times" pitchFamily="2" charset="0"/>
                <a:ea typeface="MS PGothic" panose="020B0600070205080204" pitchFamily="34" charset="-128"/>
              </a:defRPr>
            </a:lvl2pPr>
            <a:lvl3pPr marL="1143000" indent="-228600">
              <a:defRPr sz="2400">
                <a:solidFill>
                  <a:schemeClr val="tx1"/>
                </a:solidFill>
                <a:latin typeface="Times" pitchFamily="2" charset="0"/>
                <a:ea typeface="MS PGothic" panose="020B0600070205080204" pitchFamily="34" charset="-128"/>
              </a:defRPr>
            </a:lvl3pPr>
            <a:lvl4pPr marL="1600200" indent="-228600">
              <a:defRPr sz="2400">
                <a:solidFill>
                  <a:schemeClr val="tx1"/>
                </a:solidFill>
                <a:latin typeface="Times" pitchFamily="2" charset="0"/>
                <a:ea typeface="MS PGothic" panose="020B0600070205080204" pitchFamily="34" charset="-128"/>
              </a:defRPr>
            </a:lvl4pPr>
            <a:lvl5pPr marL="2057400" indent="-228600">
              <a:defRPr sz="2400">
                <a:solidFill>
                  <a:schemeClr val="tx1"/>
                </a:solidFill>
                <a:latin typeface="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9pPr>
          </a:lstStyle>
          <a:p>
            <a:pPr algn="ctr">
              <a:defRPr/>
            </a:pPr>
            <a:endParaRPr lang="es-PE" altLang="en-US" sz="1900">
              <a:solidFill>
                <a:srgbClr val="FFFF00"/>
              </a:solidFill>
              <a:latin typeface="Times New Roman" panose="02020603050405020304" pitchFamily="18" charset="0"/>
            </a:endParaRPr>
          </a:p>
        </p:txBody>
      </p:sp>
      <p:sp>
        <p:nvSpPr>
          <p:cNvPr id="134146" name="Oval 2">
            <a:extLst>
              <a:ext uri="{FF2B5EF4-FFF2-40B4-BE49-F238E27FC236}">
                <a16:creationId xmlns:a16="http://schemas.microsoft.com/office/drawing/2014/main" id="{CF8593FF-B5D7-E342-BDC8-1991C82CD877}"/>
              </a:ext>
            </a:extLst>
          </p:cNvPr>
          <p:cNvSpPr>
            <a:spLocks noChangeAspect="1" noChangeArrowheads="1"/>
          </p:cNvSpPr>
          <p:nvPr/>
        </p:nvSpPr>
        <p:spPr bwMode="auto">
          <a:xfrm>
            <a:off x="2519363" y="1519238"/>
            <a:ext cx="2728912" cy="2728912"/>
          </a:xfrm>
          <a:prstGeom prst="ellipse">
            <a:avLst/>
          </a:prstGeom>
          <a:solidFill>
            <a:schemeClr val="accent2">
              <a:lumMod val="60000"/>
              <a:lumOff val="40000"/>
              <a:alpha val="50000"/>
            </a:schemeClr>
          </a:solidFill>
          <a:ln w="9525">
            <a:solidFill>
              <a:schemeClr val="tx1"/>
            </a:solidFill>
            <a:round/>
            <a:headEnd/>
            <a:tailEnd/>
          </a:ln>
          <a:effectLst/>
        </p:spPr>
        <p:txBody>
          <a:bodyPr wrap="none" anchor="ctr"/>
          <a:lstStyle>
            <a:lvl1pPr>
              <a:defRPr sz="2400">
                <a:solidFill>
                  <a:schemeClr val="tx1"/>
                </a:solidFill>
                <a:latin typeface="Times" pitchFamily="2" charset="0"/>
                <a:ea typeface="MS PGothic" panose="020B0600070205080204" pitchFamily="34" charset="-128"/>
              </a:defRPr>
            </a:lvl1pPr>
            <a:lvl2pPr marL="742950" indent="-285750">
              <a:defRPr sz="2400">
                <a:solidFill>
                  <a:schemeClr val="tx1"/>
                </a:solidFill>
                <a:latin typeface="Times" pitchFamily="2" charset="0"/>
                <a:ea typeface="MS PGothic" panose="020B0600070205080204" pitchFamily="34" charset="-128"/>
              </a:defRPr>
            </a:lvl2pPr>
            <a:lvl3pPr marL="1143000" indent="-228600">
              <a:defRPr sz="2400">
                <a:solidFill>
                  <a:schemeClr val="tx1"/>
                </a:solidFill>
                <a:latin typeface="Times" pitchFamily="2" charset="0"/>
                <a:ea typeface="MS PGothic" panose="020B0600070205080204" pitchFamily="34" charset="-128"/>
              </a:defRPr>
            </a:lvl3pPr>
            <a:lvl4pPr marL="1600200" indent="-228600">
              <a:defRPr sz="2400">
                <a:solidFill>
                  <a:schemeClr val="tx1"/>
                </a:solidFill>
                <a:latin typeface="Times" pitchFamily="2" charset="0"/>
                <a:ea typeface="MS PGothic" panose="020B0600070205080204" pitchFamily="34" charset="-128"/>
              </a:defRPr>
            </a:lvl4pPr>
            <a:lvl5pPr marL="2057400" indent="-228600">
              <a:defRPr sz="2400">
                <a:solidFill>
                  <a:schemeClr val="tx1"/>
                </a:solidFill>
                <a:latin typeface="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9pPr>
          </a:lstStyle>
          <a:p>
            <a:pPr algn="ctr">
              <a:lnSpc>
                <a:spcPct val="80000"/>
              </a:lnSpc>
              <a:defRPr/>
            </a:pPr>
            <a:endParaRPr lang="es-ES_tradnl" altLang="en-US" sz="1950" b="1" dirty="0">
              <a:latin typeface="Avenir Book" panose="02000503020000020003" pitchFamily="2" charset="0"/>
            </a:endParaRPr>
          </a:p>
        </p:txBody>
      </p:sp>
      <p:sp>
        <p:nvSpPr>
          <p:cNvPr id="134147" name="Oval 3">
            <a:extLst>
              <a:ext uri="{FF2B5EF4-FFF2-40B4-BE49-F238E27FC236}">
                <a16:creationId xmlns:a16="http://schemas.microsoft.com/office/drawing/2014/main" id="{DA1696A5-942B-B143-9641-9A02B8D23484}"/>
              </a:ext>
            </a:extLst>
          </p:cNvPr>
          <p:cNvSpPr>
            <a:spLocks noChangeAspect="1" noChangeArrowheads="1"/>
          </p:cNvSpPr>
          <p:nvPr/>
        </p:nvSpPr>
        <p:spPr bwMode="auto">
          <a:xfrm>
            <a:off x="3662363" y="798513"/>
            <a:ext cx="2728912" cy="2728912"/>
          </a:xfrm>
          <a:prstGeom prst="ellipse">
            <a:avLst/>
          </a:prstGeom>
          <a:solidFill>
            <a:schemeClr val="accent1">
              <a:lumMod val="20000"/>
              <a:lumOff val="80000"/>
              <a:alpha val="50000"/>
            </a:schemeClr>
          </a:solidFill>
          <a:ln w="9525">
            <a:solidFill>
              <a:schemeClr val="tx1"/>
            </a:solidFill>
            <a:round/>
            <a:headEnd/>
            <a:tailEnd/>
          </a:ln>
        </p:spPr>
        <p:txBody>
          <a:bodyPr wrap="none"/>
          <a:lstStyle>
            <a:lvl1pPr>
              <a:defRPr sz="2400">
                <a:solidFill>
                  <a:schemeClr val="tx1"/>
                </a:solidFill>
                <a:latin typeface="Times" pitchFamily="2" charset="0"/>
                <a:ea typeface="MS PGothic" panose="020B0600070205080204" pitchFamily="34" charset="-128"/>
              </a:defRPr>
            </a:lvl1pPr>
            <a:lvl2pPr marL="742950" indent="-285750">
              <a:defRPr sz="2400">
                <a:solidFill>
                  <a:schemeClr val="tx1"/>
                </a:solidFill>
                <a:latin typeface="Times" pitchFamily="2" charset="0"/>
                <a:ea typeface="MS PGothic" panose="020B0600070205080204" pitchFamily="34" charset="-128"/>
              </a:defRPr>
            </a:lvl2pPr>
            <a:lvl3pPr marL="1143000" indent="-228600">
              <a:defRPr sz="2400">
                <a:solidFill>
                  <a:schemeClr val="tx1"/>
                </a:solidFill>
                <a:latin typeface="Times" pitchFamily="2" charset="0"/>
                <a:ea typeface="MS PGothic" panose="020B0600070205080204" pitchFamily="34" charset="-128"/>
              </a:defRPr>
            </a:lvl3pPr>
            <a:lvl4pPr marL="1600200" indent="-228600">
              <a:defRPr sz="2400">
                <a:solidFill>
                  <a:schemeClr val="tx1"/>
                </a:solidFill>
                <a:latin typeface="Times" pitchFamily="2" charset="0"/>
                <a:ea typeface="MS PGothic" panose="020B0600070205080204" pitchFamily="34" charset="-128"/>
              </a:defRPr>
            </a:lvl4pPr>
            <a:lvl5pPr marL="2057400" indent="-228600">
              <a:defRPr sz="2400">
                <a:solidFill>
                  <a:schemeClr val="tx1"/>
                </a:solidFill>
                <a:latin typeface="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9pPr>
          </a:lstStyle>
          <a:p>
            <a:pPr algn="ctr" eaLnBrk="1" hangingPunct="1">
              <a:defRPr/>
            </a:pPr>
            <a:endParaRPr lang="es-ES_tradnl" altLang="en-US" sz="1950">
              <a:latin typeface="Avenir Book" panose="02000503020000020003" pitchFamily="2" charset="0"/>
            </a:endParaRPr>
          </a:p>
        </p:txBody>
      </p:sp>
      <p:sp>
        <p:nvSpPr>
          <p:cNvPr id="134148" name="Oval 4">
            <a:extLst>
              <a:ext uri="{FF2B5EF4-FFF2-40B4-BE49-F238E27FC236}">
                <a16:creationId xmlns:a16="http://schemas.microsoft.com/office/drawing/2014/main" id="{FD84F6FB-72EC-5744-9D4F-0F243ED617BD}"/>
              </a:ext>
            </a:extLst>
          </p:cNvPr>
          <p:cNvSpPr>
            <a:spLocks noChangeAspect="1" noChangeArrowheads="1"/>
          </p:cNvSpPr>
          <p:nvPr/>
        </p:nvSpPr>
        <p:spPr bwMode="auto">
          <a:xfrm>
            <a:off x="4781550" y="1519238"/>
            <a:ext cx="2728913" cy="2728912"/>
          </a:xfrm>
          <a:prstGeom prst="ellipse">
            <a:avLst/>
          </a:prstGeom>
          <a:solidFill>
            <a:schemeClr val="accent6">
              <a:lumMod val="20000"/>
              <a:lumOff val="80000"/>
              <a:alpha val="50000"/>
            </a:schemeClr>
          </a:solidFill>
          <a:ln w="9525">
            <a:solidFill>
              <a:schemeClr val="tx1"/>
            </a:solidFill>
            <a:round/>
            <a:headEnd/>
            <a:tailEnd/>
          </a:ln>
        </p:spPr>
        <p:txBody>
          <a:bodyPr wrap="none" anchor="ctr"/>
          <a:lstStyle>
            <a:lvl1pPr>
              <a:defRPr sz="2400">
                <a:solidFill>
                  <a:schemeClr val="tx1"/>
                </a:solidFill>
                <a:latin typeface="Times" pitchFamily="2" charset="0"/>
                <a:ea typeface="MS PGothic" panose="020B0600070205080204" pitchFamily="34" charset="-128"/>
              </a:defRPr>
            </a:lvl1pPr>
            <a:lvl2pPr marL="742950" indent="-285750">
              <a:defRPr sz="2400">
                <a:solidFill>
                  <a:schemeClr val="tx1"/>
                </a:solidFill>
                <a:latin typeface="Times" pitchFamily="2" charset="0"/>
                <a:ea typeface="MS PGothic" panose="020B0600070205080204" pitchFamily="34" charset="-128"/>
              </a:defRPr>
            </a:lvl2pPr>
            <a:lvl3pPr marL="1143000" indent="-228600">
              <a:defRPr sz="2400">
                <a:solidFill>
                  <a:schemeClr val="tx1"/>
                </a:solidFill>
                <a:latin typeface="Times" pitchFamily="2" charset="0"/>
                <a:ea typeface="MS PGothic" panose="020B0600070205080204" pitchFamily="34" charset="-128"/>
              </a:defRPr>
            </a:lvl3pPr>
            <a:lvl4pPr marL="1600200" indent="-228600">
              <a:defRPr sz="2400">
                <a:solidFill>
                  <a:schemeClr val="tx1"/>
                </a:solidFill>
                <a:latin typeface="Times" pitchFamily="2" charset="0"/>
                <a:ea typeface="MS PGothic" panose="020B0600070205080204" pitchFamily="34" charset="-128"/>
              </a:defRPr>
            </a:lvl4pPr>
            <a:lvl5pPr marL="2057400" indent="-228600">
              <a:defRPr sz="2400">
                <a:solidFill>
                  <a:schemeClr val="tx1"/>
                </a:solidFill>
                <a:latin typeface="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9pPr>
          </a:lstStyle>
          <a:p>
            <a:pPr algn="ctr" eaLnBrk="1" hangingPunct="1">
              <a:defRPr/>
            </a:pPr>
            <a:endParaRPr lang="es-ES_tradnl" altLang="en-US" sz="1950" dirty="0">
              <a:latin typeface="Avenir Book" panose="02000503020000020003" pitchFamily="2" charset="0"/>
            </a:endParaRPr>
          </a:p>
        </p:txBody>
      </p:sp>
      <p:sp>
        <p:nvSpPr>
          <p:cNvPr id="23557" name="Text Box 6">
            <a:extLst>
              <a:ext uri="{FF2B5EF4-FFF2-40B4-BE49-F238E27FC236}">
                <a16:creationId xmlns:a16="http://schemas.microsoft.com/office/drawing/2014/main" id="{1B567606-0FAD-E247-9E1C-1F0004990338}"/>
              </a:ext>
            </a:extLst>
          </p:cNvPr>
          <p:cNvSpPr txBox="1">
            <a:spLocks noChangeArrowheads="1"/>
          </p:cNvSpPr>
          <p:nvPr/>
        </p:nvSpPr>
        <p:spPr bwMode="auto">
          <a:xfrm>
            <a:off x="4075113" y="1577975"/>
            <a:ext cx="150812" cy="39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ea typeface="MS PGothic" panose="020B0600070205080204" pitchFamily="34" charset="-128"/>
              </a:defRPr>
            </a:lvl9pPr>
          </a:lstStyle>
          <a:p>
            <a:pPr eaLnBrk="1" hangingPunct="1">
              <a:spcBef>
                <a:spcPct val="0"/>
              </a:spcBef>
              <a:buFontTx/>
              <a:buNone/>
              <a:defRPr/>
            </a:pPr>
            <a:endParaRPr lang="es-ES_tradnl" altLang="en-US" sz="1950">
              <a:latin typeface="Avenir Book" panose="02000503020000020003" pitchFamily="2" charset="0"/>
            </a:endParaRPr>
          </a:p>
        </p:txBody>
      </p:sp>
      <p:sp>
        <p:nvSpPr>
          <p:cNvPr id="134164" name="Rectangle 20">
            <a:extLst>
              <a:ext uri="{FF2B5EF4-FFF2-40B4-BE49-F238E27FC236}">
                <a16:creationId xmlns:a16="http://schemas.microsoft.com/office/drawing/2014/main" id="{964DE997-32A5-4449-AA5A-315A08773B96}"/>
              </a:ext>
            </a:extLst>
          </p:cNvPr>
          <p:cNvSpPr>
            <a:spLocks noChangeArrowheads="1"/>
          </p:cNvSpPr>
          <p:nvPr/>
        </p:nvSpPr>
        <p:spPr bwMode="auto">
          <a:xfrm>
            <a:off x="4448175" y="838200"/>
            <a:ext cx="1330325" cy="771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a:spcBef>
                <a:spcPct val="20000"/>
              </a:spcBef>
              <a:buChar char="•"/>
              <a:defRPr sz="3200">
                <a:solidFill>
                  <a:schemeClr val="tx1"/>
                </a:solidFill>
                <a:latin typeface="Times New Roman" charset="0"/>
                <a:ea typeface="MS PGothic" charset="-128"/>
              </a:defRPr>
            </a:lvl1pPr>
            <a:lvl2pPr marL="742950" indent="-285750">
              <a:spcBef>
                <a:spcPct val="20000"/>
              </a:spcBef>
              <a:buChar char="–"/>
              <a:defRPr sz="2800">
                <a:solidFill>
                  <a:schemeClr val="tx1"/>
                </a:solidFill>
                <a:latin typeface="Times New Roman" charset="0"/>
                <a:ea typeface="MS PGothic" charset="-128"/>
              </a:defRPr>
            </a:lvl2pPr>
            <a:lvl3pPr marL="1143000" indent="-228600">
              <a:spcBef>
                <a:spcPct val="20000"/>
              </a:spcBef>
              <a:buChar char="•"/>
              <a:defRPr sz="2400">
                <a:solidFill>
                  <a:schemeClr val="tx1"/>
                </a:solidFill>
                <a:latin typeface="Times New Roman" charset="0"/>
                <a:ea typeface="MS PGothic" charset="-128"/>
              </a:defRPr>
            </a:lvl3pPr>
            <a:lvl4pPr marL="1600200" indent="-228600">
              <a:spcBef>
                <a:spcPct val="20000"/>
              </a:spcBef>
              <a:buChar char="–"/>
              <a:defRPr sz="2000">
                <a:solidFill>
                  <a:schemeClr val="tx1"/>
                </a:solidFill>
                <a:latin typeface="Times New Roman" charset="0"/>
                <a:ea typeface="MS PGothic" charset="-128"/>
              </a:defRPr>
            </a:lvl4pPr>
            <a:lvl5pPr marL="2057400" indent="-228600">
              <a:spcBef>
                <a:spcPct val="20000"/>
              </a:spcBef>
              <a:buChar char="»"/>
              <a:defRPr sz="2000">
                <a:solidFill>
                  <a:schemeClr val="tx1"/>
                </a:solidFill>
                <a:latin typeface="Times New Roman" charset="0"/>
                <a:ea typeface="MS PGothic" charset="-128"/>
              </a:defRPr>
            </a:lvl5pPr>
            <a:lvl6pPr marL="2514600" indent="-228600" eaLnBrk="0" fontAlgn="base" hangingPunct="0">
              <a:spcBef>
                <a:spcPct val="20000"/>
              </a:spcBef>
              <a:spcAft>
                <a:spcPct val="0"/>
              </a:spcAft>
              <a:buChar char="»"/>
              <a:defRPr sz="2000">
                <a:solidFill>
                  <a:schemeClr val="tx1"/>
                </a:solidFill>
                <a:latin typeface="Times New Roman" charset="0"/>
                <a:ea typeface="MS PGothic" charset="-128"/>
              </a:defRPr>
            </a:lvl6pPr>
            <a:lvl7pPr marL="2971800" indent="-228600" eaLnBrk="0" fontAlgn="base" hangingPunct="0">
              <a:spcBef>
                <a:spcPct val="20000"/>
              </a:spcBef>
              <a:spcAft>
                <a:spcPct val="0"/>
              </a:spcAft>
              <a:buChar char="»"/>
              <a:defRPr sz="2000">
                <a:solidFill>
                  <a:schemeClr val="tx1"/>
                </a:solidFill>
                <a:latin typeface="Times New Roman" charset="0"/>
                <a:ea typeface="MS PGothic" charset="-128"/>
              </a:defRPr>
            </a:lvl7pPr>
            <a:lvl8pPr marL="3429000" indent="-228600" eaLnBrk="0" fontAlgn="base" hangingPunct="0">
              <a:spcBef>
                <a:spcPct val="20000"/>
              </a:spcBef>
              <a:spcAft>
                <a:spcPct val="0"/>
              </a:spcAft>
              <a:buChar char="»"/>
              <a:defRPr sz="2000">
                <a:solidFill>
                  <a:schemeClr val="tx1"/>
                </a:solidFill>
                <a:latin typeface="Times New Roman" charset="0"/>
                <a:ea typeface="MS PGothic" charset="-128"/>
              </a:defRPr>
            </a:lvl8pPr>
            <a:lvl9pPr marL="3886200" indent="-228600" eaLnBrk="0" fontAlgn="base" hangingPunct="0">
              <a:spcBef>
                <a:spcPct val="20000"/>
              </a:spcBef>
              <a:spcAft>
                <a:spcPct val="0"/>
              </a:spcAft>
              <a:buChar char="»"/>
              <a:defRPr sz="2000">
                <a:solidFill>
                  <a:schemeClr val="tx1"/>
                </a:solidFill>
                <a:latin typeface="Times New Roman" charset="0"/>
                <a:ea typeface="MS PGothic" charset="-128"/>
              </a:defRPr>
            </a:lvl9pPr>
          </a:lstStyle>
          <a:p>
            <a:pPr algn="ctr" eaLnBrk="1" hangingPunct="1">
              <a:lnSpc>
                <a:spcPct val="80000"/>
              </a:lnSpc>
              <a:spcBef>
                <a:spcPct val="0"/>
              </a:spcBef>
              <a:buFontTx/>
              <a:buNone/>
              <a:defRPr/>
            </a:pPr>
            <a:r>
              <a:rPr lang="es-ES_tradnl" altLang="en-US" sz="1600" b="1">
                <a:latin typeface="Avenir Book" charset="0"/>
              </a:rPr>
              <a:t>Estado</a:t>
            </a:r>
          </a:p>
          <a:p>
            <a:pPr algn="ctr" eaLnBrk="1" hangingPunct="1">
              <a:lnSpc>
                <a:spcPct val="80000"/>
              </a:lnSpc>
              <a:spcBef>
                <a:spcPct val="0"/>
              </a:spcBef>
              <a:buFontTx/>
              <a:buNone/>
              <a:defRPr/>
            </a:pPr>
            <a:r>
              <a:rPr lang="es-ES_tradnl" altLang="en-US" sz="1300" b="1">
                <a:latin typeface="Avenir Book" charset="0"/>
              </a:rPr>
              <a:t>Acción colectiva/bien común</a:t>
            </a:r>
          </a:p>
        </p:txBody>
      </p:sp>
      <p:sp>
        <p:nvSpPr>
          <p:cNvPr id="134165" name="Rectangle 21">
            <a:extLst>
              <a:ext uri="{FF2B5EF4-FFF2-40B4-BE49-F238E27FC236}">
                <a16:creationId xmlns:a16="http://schemas.microsoft.com/office/drawing/2014/main" id="{D3A7B87B-31B1-384E-A49B-02EDFF49B788}"/>
              </a:ext>
            </a:extLst>
          </p:cNvPr>
          <p:cNvSpPr>
            <a:spLocks noChangeArrowheads="1"/>
          </p:cNvSpPr>
          <p:nvPr/>
        </p:nvSpPr>
        <p:spPr bwMode="auto">
          <a:xfrm>
            <a:off x="6223000" y="2422525"/>
            <a:ext cx="1330325" cy="971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80000"/>
              </a:lnSpc>
              <a:defRPr/>
            </a:pPr>
            <a:r>
              <a:rPr lang="es-ES_tradnl" altLang="en-US" sz="1625" b="1" dirty="0">
                <a:latin typeface="Avenir Book"/>
                <a:ea typeface="MS PGothic" charset="-128"/>
                <a:cs typeface="Avenir Book"/>
              </a:rPr>
              <a:t>Empresa Privada</a:t>
            </a:r>
          </a:p>
          <a:p>
            <a:pPr algn="ctr" eaLnBrk="1" hangingPunct="1">
              <a:lnSpc>
                <a:spcPct val="80000"/>
              </a:lnSpc>
              <a:defRPr/>
            </a:pPr>
            <a:r>
              <a:rPr lang="es-ES_tradnl" altLang="en-US" sz="1300" b="1" dirty="0">
                <a:latin typeface="Avenir Book"/>
                <a:ea typeface="MS PGothic" charset="-128"/>
                <a:cs typeface="Avenir Book"/>
              </a:rPr>
              <a:t>Creación de riqueza/bienestar personal</a:t>
            </a:r>
          </a:p>
        </p:txBody>
      </p:sp>
      <p:sp>
        <p:nvSpPr>
          <p:cNvPr id="134176" name="Oval 32">
            <a:extLst>
              <a:ext uri="{FF2B5EF4-FFF2-40B4-BE49-F238E27FC236}">
                <a16:creationId xmlns:a16="http://schemas.microsoft.com/office/drawing/2014/main" id="{26E0C96C-B617-414E-995E-E4556F349FD4}"/>
              </a:ext>
            </a:extLst>
          </p:cNvPr>
          <p:cNvSpPr>
            <a:spLocks noChangeArrowheads="1"/>
          </p:cNvSpPr>
          <p:nvPr/>
        </p:nvSpPr>
        <p:spPr bwMode="auto">
          <a:xfrm>
            <a:off x="7505700" y="1539875"/>
            <a:ext cx="2309813" cy="1838325"/>
          </a:xfrm>
          <a:prstGeom prst="leftArrowCallout">
            <a:avLst>
              <a:gd name="adj1" fmla="val 71211"/>
              <a:gd name="adj2" fmla="val 50000"/>
              <a:gd name="adj3" fmla="val 26674"/>
              <a:gd name="adj4" fmla="val 73326"/>
            </a:avLst>
          </a:prstGeom>
          <a:solidFill>
            <a:srgbClr val="00FFFF"/>
          </a:solidFill>
          <a:ln w="9525">
            <a:solidFill>
              <a:schemeClr val="tx1"/>
            </a:solidFill>
            <a:round/>
            <a:headEnd/>
            <a:tailEnd/>
          </a:ln>
        </p:spPr>
        <p:txBody>
          <a:bodyPr wrap="none" anchor="ctr"/>
          <a:lstStyle>
            <a:lvl1pPr>
              <a:defRPr sz="2400">
                <a:solidFill>
                  <a:schemeClr val="tx1"/>
                </a:solidFill>
                <a:latin typeface="Times" pitchFamily="2" charset="0"/>
                <a:ea typeface="MS PGothic" panose="020B0600070205080204" pitchFamily="34" charset="-128"/>
              </a:defRPr>
            </a:lvl1pPr>
            <a:lvl2pPr marL="742950" indent="-285750">
              <a:defRPr sz="2400">
                <a:solidFill>
                  <a:schemeClr val="tx1"/>
                </a:solidFill>
                <a:latin typeface="Times" pitchFamily="2" charset="0"/>
                <a:ea typeface="MS PGothic" panose="020B0600070205080204" pitchFamily="34" charset="-128"/>
              </a:defRPr>
            </a:lvl2pPr>
            <a:lvl3pPr marL="1143000" indent="-228600">
              <a:defRPr sz="2400">
                <a:solidFill>
                  <a:schemeClr val="tx1"/>
                </a:solidFill>
                <a:latin typeface="Times" pitchFamily="2" charset="0"/>
                <a:ea typeface="MS PGothic" panose="020B0600070205080204" pitchFamily="34" charset="-128"/>
              </a:defRPr>
            </a:lvl3pPr>
            <a:lvl4pPr marL="1600200" indent="-228600">
              <a:defRPr sz="2400">
                <a:solidFill>
                  <a:schemeClr val="tx1"/>
                </a:solidFill>
                <a:latin typeface="Times" pitchFamily="2" charset="0"/>
                <a:ea typeface="MS PGothic" panose="020B0600070205080204" pitchFamily="34" charset="-128"/>
              </a:defRPr>
            </a:lvl4pPr>
            <a:lvl5pPr marL="2057400" indent="-228600">
              <a:defRPr sz="2400">
                <a:solidFill>
                  <a:schemeClr val="tx1"/>
                </a:solidFill>
                <a:latin typeface="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9pPr>
          </a:lstStyle>
          <a:p>
            <a:pPr marL="6450" algn="ctr" eaLnBrk="1" hangingPunct="1">
              <a:defRPr/>
            </a:pPr>
            <a:r>
              <a:rPr lang="es-ES_tradnl" altLang="en-US" sz="1706" i="1" dirty="0">
                <a:latin typeface="Avenir Book" panose="02000503020000020003" pitchFamily="2" charset="0"/>
              </a:rPr>
              <a:t>Medio ambiente/ </a:t>
            </a:r>
          </a:p>
          <a:p>
            <a:pPr algn="ctr" eaLnBrk="1" hangingPunct="1">
              <a:defRPr/>
            </a:pPr>
            <a:r>
              <a:rPr lang="es-ES_tradnl" altLang="en-US" sz="1706" i="1" dirty="0">
                <a:latin typeface="Avenir Book" panose="02000503020000020003" pitchFamily="2" charset="0"/>
              </a:rPr>
              <a:t>entorno biofísico</a:t>
            </a:r>
            <a:endParaRPr lang="es-ES_tradnl" altLang="en-US" sz="1706" dirty="0">
              <a:latin typeface="Avenir Book" panose="02000503020000020003" pitchFamily="2" charset="0"/>
            </a:endParaRPr>
          </a:p>
        </p:txBody>
      </p:sp>
      <p:sp>
        <p:nvSpPr>
          <p:cNvPr id="31" name="Oval 32">
            <a:extLst>
              <a:ext uri="{FF2B5EF4-FFF2-40B4-BE49-F238E27FC236}">
                <a16:creationId xmlns:a16="http://schemas.microsoft.com/office/drawing/2014/main" id="{649BEC18-F55E-A745-8769-6DDB4FBD603A}"/>
              </a:ext>
            </a:extLst>
          </p:cNvPr>
          <p:cNvSpPr>
            <a:spLocks noChangeArrowheads="1"/>
          </p:cNvSpPr>
          <p:nvPr/>
        </p:nvSpPr>
        <p:spPr bwMode="auto">
          <a:xfrm>
            <a:off x="106363" y="1539875"/>
            <a:ext cx="2265362" cy="1836738"/>
          </a:xfrm>
          <a:prstGeom prst="rightArrowCallout">
            <a:avLst>
              <a:gd name="adj1" fmla="val 71211"/>
              <a:gd name="adj2" fmla="val 48106"/>
              <a:gd name="adj3" fmla="val 25000"/>
              <a:gd name="adj4" fmla="val 77027"/>
            </a:avLst>
          </a:prstGeom>
          <a:solidFill>
            <a:srgbClr val="00FFFF"/>
          </a:solidFill>
          <a:ln w="9525">
            <a:solidFill>
              <a:schemeClr val="tx1"/>
            </a:solidFill>
            <a:round/>
            <a:headEnd/>
            <a:tailEnd/>
          </a:ln>
        </p:spPr>
        <p:txBody>
          <a:bodyPr wrap="none" anchor="ctr"/>
          <a:lstStyle>
            <a:lvl1pPr>
              <a:defRPr sz="2400">
                <a:solidFill>
                  <a:schemeClr val="tx1"/>
                </a:solidFill>
                <a:latin typeface="Times" pitchFamily="2" charset="0"/>
                <a:ea typeface="MS PGothic" panose="020B0600070205080204" pitchFamily="34" charset="-128"/>
              </a:defRPr>
            </a:lvl1pPr>
            <a:lvl2pPr marL="742950" indent="-285750">
              <a:defRPr sz="2400">
                <a:solidFill>
                  <a:schemeClr val="tx1"/>
                </a:solidFill>
                <a:latin typeface="Times" pitchFamily="2" charset="0"/>
                <a:ea typeface="MS PGothic" panose="020B0600070205080204" pitchFamily="34" charset="-128"/>
              </a:defRPr>
            </a:lvl2pPr>
            <a:lvl3pPr marL="1143000" indent="-228600">
              <a:defRPr sz="2400">
                <a:solidFill>
                  <a:schemeClr val="tx1"/>
                </a:solidFill>
                <a:latin typeface="Times" pitchFamily="2" charset="0"/>
                <a:ea typeface="MS PGothic" panose="020B0600070205080204" pitchFamily="34" charset="-128"/>
              </a:defRPr>
            </a:lvl3pPr>
            <a:lvl4pPr marL="1600200" indent="-228600">
              <a:defRPr sz="2400">
                <a:solidFill>
                  <a:schemeClr val="tx1"/>
                </a:solidFill>
                <a:latin typeface="Times" pitchFamily="2" charset="0"/>
                <a:ea typeface="MS PGothic" panose="020B0600070205080204" pitchFamily="34" charset="-128"/>
              </a:defRPr>
            </a:lvl4pPr>
            <a:lvl5pPr marL="2057400" indent="-228600">
              <a:defRPr sz="2400">
                <a:solidFill>
                  <a:schemeClr val="tx1"/>
                </a:solidFill>
                <a:latin typeface="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9pPr>
          </a:lstStyle>
          <a:p>
            <a:pPr algn="ctr" eaLnBrk="1" hangingPunct="1">
              <a:defRPr/>
            </a:pPr>
            <a:r>
              <a:rPr lang="es-ES_tradnl" altLang="en-US" sz="1706" i="1" dirty="0">
                <a:latin typeface="Avenir Book" panose="02000503020000020003" pitchFamily="2" charset="0"/>
              </a:rPr>
              <a:t>Sociedad del </a:t>
            </a:r>
          </a:p>
          <a:p>
            <a:pPr algn="ctr" eaLnBrk="1" hangingPunct="1">
              <a:defRPr/>
            </a:pPr>
            <a:r>
              <a:rPr lang="es-ES_tradnl" altLang="en-US" sz="1706" i="1" dirty="0">
                <a:latin typeface="Avenir Book" panose="02000503020000020003" pitchFamily="2" charset="0"/>
              </a:rPr>
              <a:t>conocimiento </a:t>
            </a:r>
          </a:p>
          <a:p>
            <a:pPr algn="ctr" eaLnBrk="1" hangingPunct="1">
              <a:defRPr/>
            </a:pPr>
            <a:r>
              <a:rPr lang="es-ES_tradnl" altLang="en-US" sz="1706" i="1" dirty="0">
                <a:latin typeface="Avenir Book" panose="02000503020000020003" pitchFamily="2" charset="0"/>
              </a:rPr>
              <a:t>y el talento</a:t>
            </a:r>
            <a:endParaRPr lang="es-ES_tradnl" altLang="en-US" sz="1706" dirty="0">
              <a:latin typeface="Avenir Book" panose="02000503020000020003" pitchFamily="2" charset="0"/>
            </a:endParaRPr>
          </a:p>
        </p:txBody>
      </p:sp>
      <p:sp>
        <p:nvSpPr>
          <p:cNvPr id="39" name="Oval 32">
            <a:extLst>
              <a:ext uri="{FF2B5EF4-FFF2-40B4-BE49-F238E27FC236}">
                <a16:creationId xmlns:a16="http://schemas.microsoft.com/office/drawing/2014/main" id="{394F4EC7-40FE-F541-A246-ABC972084417}"/>
              </a:ext>
            </a:extLst>
          </p:cNvPr>
          <p:cNvSpPr>
            <a:spLocks noChangeArrowheads="1"/>
          </p:cNvSpPr>
          <p:nvPr/>
        </p:nvSpPr>
        <p:spPr bwMode="auto">
          <a:xfrm>
            <a:off x="3422650" y="5091113"/>
            <a:ext cx="3186113" cy="987425"/>
          </a:xfrm>
          <a:prstGeom prst="upArrowCallout">
            <a:avLst>
              <a:gd name="adj1" fmla="val 146545"/>
              <a:gd name="adj2" fmla="val 88180"/>
              <a:gd name="adj3" fmla="val 25000"/>
              <a:gd name="adj4" fmla="val 64977"/>
            </a:avLst>
          </a:prstGeom>
          <a:solidFill>
            <a:srgbClr val="00FFFF"/>
          </a:solidFill>
          <a:ln w="9525">
            <a:solidFill>
              <a:schemeClr val="tx1"/>
            </a:solidFill>
            <a:round/>
            <a:headEnd/>
            <a:tailEnd/>
          </a:ln>
        </p:spPr>
        <p:txBody>
          <a:bodyPr wrap="none" anchor="ctr"/>
          <a:lstStyle>
            <a:lvl1pPr>
              <a:defRPr sz="2400">
                <a:solidFill>
                  <a:schemeClr val="tx1"/>
                </a:solidFill>
                <a:latin typeface="Times" pitchFamily="2" charset="0"/>
                <a:ea typeface="MS PGothic" panose="020B0600070205080204" pitchFamily="34" charset="-128"/>
              </a:defRPr>
            </a:lvl1pPr>
            <a:lvl2pPr marL="742950" indent="-285750">
              <a:defRPr sz="2400">
                <a:solidFill>
                  <a:schemeClr val="tx1"/>
                </a:solidFill>
                <a:latin typeface="Times" pitchFamily="2" charset="0"/>
                <a:ea typeface="MS PGothic" panose="020B0600070205080204" pitchFamily="34" charset="-128"/>
              </a:defRPr>
            </a:lvl2pPr>
            <a:lvl3pPr marL="1143000" indent="-228600">
              <a:defRPr sz="2400">
                <a:solidFill>
                  <a:schemeClr val="tx1"/>
                </a:solidFill>
                <a:latin typeface="Times" pitchFamily="2" charset="0"/>
                <a:ea typeface="MS PGothic" panose="020B0600070205080204" pitchFamily="34" charset="-128"/>
              </a:defRPr>
            </a:lvl3pPr>
            <a:lvl4pPr marL="1600200" indent="-228600">
              <a:defRPr sz="2400">
                <a:solidFill>
                  <a:schemeClr val="tx1"/>
                </a:solidFill>
                <a:latin typeface="Times" pitchFamily="2" charset="0"/>
                <a:ea typeface="MS PGothic" panose="020B0600070205080204" pitchFamily="34" charset="-128"/>
              </a:defRPr>
            </a:lvl4pPr>
            <a:lvl5pPr marL="2057400" indent="-228600">
              <a:defRPr sz="2400">
                <a:solidFill>
                  <a:schemeClr val="tx1"/>
                </a:solidFill>
                <a:latin typeface="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9pPr>
          </a:lstStyle>
          <a:p>
            <a:pPr algn="ctr" eaLnBrk="1" hangingPunct="1">
              <a:defRPr/>
            </a:pPr>
            <a:r>
              <a:rPr lang="es-ES_tradnl" altLang="en-US" sz="1706" i="1" dirty="0">
                <a:latin typeface="Avenir Book" panose="02000503020000020003" pitchFamily="2" charset="0"/>
              </a:rPr>
              <a:t>Aspiraciones y reivindicaciones </a:t>
            </a:r>
          </a:p>
          <a:p>
            <a:pPr algn="ctr" eaLnBrk="1" hangingPunct="1">
              <a:defRPr/>
            </a:pPr>
            <a:r>
              <a:rPr lang="es-ES_tradnl" altLang="en-US" sz="1706" i="1" dirty="0">
                <a:latin typeface="Avenir Book" panose="02000503020000020003" pitchFamily="2" charset="0"/>
              </a:rPr>
              <a:t>históricas</a:t>
            </a:r>
            <a:endParaRPr lang="es-ES_tradnl" altLang="en-US" sz="1706" dirty="0">
              <a:latin typeface="Avenir Book" panose="02000503020000020003" pitchFamily="2" charset="0"/>
            </a:endParaRPr>
          </a:p>
        </p:txBody>
      </p:sp>
      <p:sp>
        <p:nvSpPr>
          <p:cNvPr id="17" name="Oval 4">
            <a:extLst>
              <a:ext uri="{FF2B5EF4-FFF2-40B4-BE49-F238E27FC236}">
                <a16:creationId xmlns:a16="http://schemas.microsoft.com/office/drawing/2014/main" id="{AA1B1BE0-DBA9-9D47-B931-A51C9C3258DE}"/>
              </a:ext>
            </a:extLst>
          </p:cNvPr>
          <p:cNvSpPr>
            <a:spLocks noChangeAspect="1" noChangeArrowheads="1"/>
          </p:cNvSpPr>
          <p:nvPr/>
        </p:nvSpPr>
        <p:spPr bwMode="auto">
          <a:xfrm>
            <a:off x="3716338" y="2249488"/>
            <a:ext cx="2728912" cy="2728912"/>
          </a:xfrm>
          <a:prstGeom prst="ellipse">
            <a:avLst/>
          </a:prstGeom>
          <a:solidFill>
            <a:schemeClr val="accent4">
              <a:lumMod val="20000"/>
              <a:lumOff val="80000"/>
              <a:alpha val="50000"/>
            </a:schemeClr>
          </a:solidFill>
          <a:ln w="9525">
            <a:solidFill>
              <a:schemeClr val="tx1"/>
            </a:solidFill>
            <a:round/>
            <a:headEnd/>
            <a:tailEnd/>
          </a:ln>
        </p:spPr>
        <p:txBody>
          <a:bodyPr wrap="none" anchor="ctr"/>
          <a:lstStyle>
            <a:lvl1pPr>
              <a:defRPr sz="2400">
                <a:solidFill>
                  <a:schemeClr val="tx1"/>
                </a:solidFill>
                <a:latin typeface="Times" pitchFamily="2" charset="0"/>
                <a:ea typeface="MS PGothic" panose="020B0600070205080204" pitchFamily="34" charset="-128"/>
              </a:defRPr>
            </a:lvl1pPr>
            <a:lvl2pPr marL="742950" indent="-285750">
              <a:defRPr sz="2400">
                <a:solidFill>
                  <a:schemeClr val="tx1"/>
                </a:solidFill>
                <a:latin typeface="Times" pitchFamily="2" charset="0"/>
                <a:ea typeface="MS PGothic" panose="020B0600070205080204" pitchFamily="34" charset="-128"/>
              </a:defRPr>
            </a:lvl2pPr>
            <a:lvl3pPr marL="1143000" indent="-228600">
              <a:defRPr sz="2400">
                <a:solidFill>
                  <a:schemeClr val="tx1"/>
                </a:solidFill>
                <a:latin typeface="Times" pitchFamily="2" charset="0"/>
                <a:ea typeface="MS PGothic" panose="020B0600070205080204" pitchFamily="34" charset="-128"/>
              </a:defRPr>
            </a:lvl3pPr>
            <a:lvl4pPr marL="1600200" indent="-228600">
              <a:defRPr sz="2400">
                <a:solidFill>
                  <a:schemeClr val="tx1"/>
                </a:solidFill>
                <a:latin typeface="Times" pitchFamily="2" charset="0"/>
                <a:ea typeface="MS PGothic" panose="020B0600070205080204" pitchFamily="34" charset="-128"/>
              </a:defRPr>
            </a:lvl4pPr>
            <a:lvl5pPr marL="2057400" indent="-228600">
              <a:defRPr sz="2400">
                <a:solidFill>
                  <a:schemeClr val="tx1"/>
                </a:solidFill>
                <a:latin typeface="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9pPr>
          </a:lstStyle>
          <a:p>
            <a:pPr algn="ctr" eaLnBrk="1" hangingPunct="1">
              <a:defRPr/>
            </a:pPr>
            <a:endParaRPr lang="es-ES_tradnl" altLang="en-US" sz="1950" dirty="0">
              <a:latin typeface="Avenir Book" panose="02000503020000020003" pitchFamily="2" charset="0"/>
            </a:endParaRPr>
          </a:p>
        </p:txBody>
      </p:sp>
      <p:sp>
        <p:nvSpPr>
          <p:cNvPr id="2" name="Rectángulo 1">
            <a:extLst>
              <a:ext uri="{FF2B5EF4-FFF2-40B4-BE49-F238E27FC236}">
                <a16:creationId xmlns:a16="http://schemas.microsoft.com/office/drawing/2014/main" id="{E1F6D3B2-F97B-2543-B681-52CE58F62085}"/>
              </a:ext>
            </a:extLst>
          </p:cNvPr>
          <p:cNvSpPr/>
          <p:nvPr/>
        </p:nvSpPr>
        <p:spPr>
          <a:xfrm>
            <a:off x="2654300" y="2247900"/>
            <a:ext cx="1211263" cy="1293813"/>
          </a:xfrm>
          <a:prstGeom prst="rect">
            <a:avLst/>
          </a:prstGeom>
        </p:spPr>
        <p:txBody>
          <a:bodyPr>
            <a:spAutoFit/>
          </a:bodyPr>
          <a:lstStyle/>
          <a:p>
            <a:pPr algn="ctr">
              <a:lnSpc>
                <a:spcPct val="80000"/>
              </a:lnSpc>
              <a:defRPr/>
            </a:pPr>
            <a:r>
              <a:rPr lang="es-ES_tradnl" altLang="en-US" sz="1625" b="1" dirty="0">
                <a:latin typeface="Avenir Book" panose="02000503020000020003" pitchFamily="2" charset="0"/>
                <a:ea typeface="MS PGothic" charset="-128"/>
              </a:rPr>
              <a:t>Sociedad civil</a:t>
            </a:r>
          </a:p>
          <a:p>
            <a:pPr algn="ctr">
              <a:lnSpc>
                <a:spcPct val="80000"/>
              </a:lnSpc>
              <a:defRPr/>
            </a:pPr>
            <a:r>
              <a:rPr lang="es-ES_tradnl" altLang="en-US" sz="1300" b="1" dirty="0">
                <a:latin typeface="Avenir Book" panose="02000503020000020003" pitchFamily="2" charset="0"/>
                <a:ea typeface="MS PGothic" charset="-128"/>
              </a:rPr>
              <a:t>Articulación de demandas y contribuciones sociales</a:t>
            </a:r>
          </a:p>
        </p:txBody>
      </p:sp>
      <p:sp>
        <p:nvSpPr>
          <p:cNvPr id="20" name="Rectangle 21">
            <a:extLst>
              <a:ext uri="{FF2B5EF4-FFF2-40B4-BE49-F238E27FC236}">
                <a16:creationId xmlns:a16="http://schemas.microsoft.com/office/drawing/2014/main" id="{DE589D37-1C02-0642-9BB7-7E14739FF54E}"/>
              </a:ext>
            </a:extLst>
          </p:cNvPr>
          <p:cNvSpPr>
            <a:spLocks noChangeArrowheads="1"/>
          </p:cNvSpPr>
          <p:nvPr/>
        </p:nvSpPr>
        <p:spPr bwMode="auto">
          <a:xfrm>
            <a:off x="4225925" y="3822700"/>
            <a:ext cx="1695450" cy="973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80000"/>
              </a:lnSpc>
              <a:defRPr/>
            </a:pPr>
            <a:r>
              <a:rPr lang="es-ES_tradnl" altLang="en-US" sz="1625" b="1" dirty="0">
                <a:latin typeface="Avenir Book"/>
                <a:ea typeface="MS PGothic" charset="-128"/>
                <a:cs typeface="Avenir Book"/>
              </a:rPr>
              <a:t>Información y conocimiento</a:t>
            </a:r>
          </a:p>
          <a:p>
            <a:pPr algn="ctr" eaLnBrk="1" hangingPunct="1">
              <a:lnSpc>
                <a:spcPct val="80000"/>
              </a:lnSpc>
              <a:defRPr/>
            </a:pPr>
            <a:r>
              <a:rPr lang="es-ES_tradnl" altLang="en-US" sz="1300" b="1" dirty="0">
                <a:latin typeface="Avenir Book"/>
                <a:ea typeface="MS PGothic" charset="-128"/>
                <a:cs typeface="Avenir Book"/>
              </a:rPr>
              <a:t>Generación y difusión de evidencia e ideas</a:t>
            </a:r>
          </a:p>
        </p:txBody>
      </p:sp>
      <p:sp>
        <p:nvSpPr>
          <p:cNvPr id="134162" name="Text Box 18">
            <a:extLst>
              <a:ext uri="{FF2B5EF4-FFF2-40B4-BE49-F238E27FC236}">
                <a16:creationId xmlns:a16="http://schemas.microsoft.com/office/drawing/2014/main" id="{4D466ED7-9E86-6B44-8740-CBD83F196922}"/>
              </a:ext>
            </a:extLst>
          </p:cNvPr>
          <p:cNvSpPr txBox="1">
            <a:spLocks noChangeArrowheads="1"/>
          </p:cNvSpPr>
          <p:nvPr/>
        </p:nvSpPr>
        <p:spPr bwMode="auto">
          <a:xfrm>
            <a:off x="4141788" y="2433638"/>
            <a:ext cx="1749425" cy="10683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pitchFamily="2" charset="0"/>
                <a:ea typeface="MS PGothic" panose="020B0600070205080204" pitchFamily="34" charset="-128"/>
              </a:defRPr>
            </a:lvl1pPr>
            <a:lvl2pPr marL="742950" indent="-285750">
              <a:defRPr sz="2400">
                <a:solidFill>
                  <a:schemeClr val="tx1"/>
                </a:solidFill>
                <a:latin typeface="Times" pitchFamily="2" charset="0"/>
                <a:ea typeface="MS PGothic" panose="020B0600070205080204" pitchFamily="34" charset="-128"/>
              </a:defRPr>
            </a:lvl2pPr>
            <a:lvl3pPr marL="1143000" indent="-228600">
              <a:defRPr sz="2400">
                <a:solidFill>
                  <a:schemeClr val="tx1"/>
                </a:solidFill>
                <a:latin typeface="Times" pitchFamily="2" charset="0"/>
                <a:ea typeface="MS PGothic" panose="020B0600070205080204" pitchFamily="34" charset="-128"/>
              </a:defRPr>
            </a:lvl3pPr>
            <a:lvl4pPr marL="1600200" indent="-228600">
              <a:defRPr sz="2400">
                <a:solidFill>
                  <a:schemeClr val="tx1"/>
                </a:solidFill>
                <a:latin typeface="Times" pitchFamily="2" charset="0"/>
                <a:ea typeface="MS PGothic" panose="020B0600070205080204" pitchFamily="34" charset="-128"/>
              </a:defRPr>
            </a:lvl4pPr>
            <a:lvl5pPr marL="2057400" indent="-228600">
              <a:defRPr sz="2400">
                <a:solidFill>
                  <a:schemeClr val="tx1"/>
                </a:solidFill>
                <a:latin typeface="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9pPr>
          </a:lstStyle>
          <a:p>
            <a:pPr algn="ctr" eaLnBrk="1" hangingPunct="1">
              <a:defRPr/>
            </a:pPr>
            <a:r>
              <a:rPr lang="es-ES_tradnl" altLang="en-US" sz="1950" b="1" i="1" dirty="0">
                <a:solidFill>
                  <a:srgbClr val="FF0000"/>
                </a:solidFill>
                <a:latin typeface="Avenir Book" panose="02000503020000020003" pitchFamily="2" charset="0"/>
              </a:rPr>
              <a:t>Gobierno </a:t>
            </a:r>
            <a:r>
              <a:rPr lang="es-ES_tradnl" altLang="en-US" sz="1463" b="1" i="1" dirty="0">
                <a:solidFill>
                  <a:srgbClr val="FF0000"/>
                </a:solidFill>
                <a:latin typeface="Avenir Book" panose="02000503020000020003" pitchFamily="2" charset="0"/>
              </a:rPr>
              <a:t>Acción Política/</a:t>
            </a:r>
          </a:p>
          <a:p>
            <a:pPr algn="ctr" eaLnBrk="1" hangingPunct="1">
              <a:defRPr/>
            </a:pPr>
            <a:r>
              <a:rPr lang="es-ES_tradnl" altLang="en-US" sz="1463" b="1" i="1" dirty="0">
                <a:solidFill>
                  <a:srgbClr val="FF0000"/>
                </a:solidFill>
                <a:latin typeface="Avenir Book" panose="02000503020000020003" pitchFamily="2" charset="0"/>
              </a:rPr>
              <a:t>Ejercicio del poder (partidos)</a:t>
            </a:r>
          </a:p>
        </p:txBody>
      </p:sp>
      <p:sp>
        <p:nvSpPr>
          <p:cNvPr id="19" name="Flecha: a la izquierda y derecha 18">
            <a:extLst>
              <a:ext uri="{FF2B5EF4-FFF2-40B4-BE49-F238E27FC236}">
                <a16:creationId xmlns:a16="http://schemas.microsoft.com/office/drawing/2014/main" id="{7C1B2285-7846-6F40-A5CA-7978A236326F}"/>
              </a:ext>
            </a:extLst>
          </p:cNvPr>
          <p:cNvSpPr/>
          <p:nvPr/>
        </p:nvSpPr>
        <p:spPr>
          <a:xfrm rot="8320224">
            <a:off x="5834063" y="3868738"/>
            <a:ext cx="1382712" cy="393700"/>
          </a:xfrm>
          <a:prstGeom prst="lef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2400">
                <a:solidFill>
                  <a:schemeClr val="tx1"/>
                </a:solidFill>
                <a:latin typeface="Times" pitchFamily="2" charset="0"/>
                <a:ea typeface="MS PGothic" panose="020B0600070205080204" pitchFamily="34" charset="-128"/>
              </a:defRPr>
            </a:lvl1pPr>
            <a:lvl2pPr marL="742950" indent="-285750">
              <a:defRPr sz="2400">
                <a:solidFill>
                  <a:schemeClr val="tx1"/>
                </a:solidFill>
                <a:latin typeface="Times" pitchFamily="2" charset="0"/>
                <a:ea typeface="MS PGothic" panose="020B0600070205080204" pitchFamily="34" charset="-128"/>
              </a:defRPr>
            </a:lvl2pPr>
            <a:lvl3pPr marL="1143000" indent="-228600">
              <a:defRPr sz="2400">
                <a:solidFill>
                  <a:schemeClr val="tx1"/>
                </a:solidFill>
                <a:latin typeface="Times" pitchFamily="2" charset="0"/>
                <a:ea typeface="MS PGothic" panose="020B0600070205080204" pitchFamily="34" charset="-128"/>
              </a:defRPr>
            </a:lvl3pPr>
            <a:lvl4pPr marL="1600200" indent="-228600">
              <a:defRPr sz="2400">
                <a:solidFill>
                  <a:schemeClr val="tx1"/>
                </a:solidFill>
                <a:latin typeface="Times" pitchFamily="2" charset="0"/>
                <a:ea typeface="MS PGothic" panose="020B0600070205080204" pitchFamily="34" charset="-128"/>
              </a:defRPr>
            </a:lvl4pPr>
            <a:lvl5pPr marL="2057400" indent="-228600">
              <a:defRPr sz="2400">
                <a:solidFill>
                  <a:schemeClr val="tx1"/>
                </a:solidFill>
                <a:latin typeface="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9pPr>
          </a:lstStyle>
          <a:p>
            <a:pPr algn="ctr">
              <a:defRPr/>
            </a:pPr>
            <a:endParaRPr lang="es-PE" altLang="en-US" sz="1900">
              <a:solidFill>
                <a:srgbClr val="FFFF00"/>
              </a:solidFill>
              <a:latin typeface="Times New Roman" panose="02020603050405020304" pitchFamily="18" charset="0"/>
            </a:endParaRPr>
          </a:p>
        </p:txBody>
      </p:sp>
      <p:sp>
        <p:nvSpPr>
          <p:cNvPr id="6" name="Flecha: a la izquierda y derecha 5">
            <a:extLst>
              <a:ext uri="{FF2B5EF4-FFF2-40B4-BE49-F238E27FC236}">
                <a16:creationId xmlns:a16="http://schemas.microsoft.com/office/drawing/2014/main" id="{46DEEC45-FCC9-A046-9516-FC9FE8196CA8}"/>
              </a:ext>
            </a:extLst>
          </p:cNvPr>
          <p:cNvSpPr/>
          <p:nvPr/>
        </p:nvSpPr>
        <p:spPr>
          <a:xfrm rot="2752524">
            <a:off x="5698332" y="1459706"/>
            <a:ext cx="1574800" cy="392113"/>
          </a:xfrm>
          <a:prstGeom prst="lef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2400">
                <a:solidFill>
                  <a:schemeClr val="tx1"/>
                </a:solidFill>
                <a:latin typeface="Times" pitchFamily="2" charset="0"/>
                <a:ea typeface="MS PGothic" panose="020B0600070205080204" pitchFamily="34" charset="-128"/>
              </a:defRPr>
            </a:lvl1pPr>
            <a:lvl2pPr marL="742950" indent="-285750">
              <a:defRPr sz="2400">
                <a:solidFill>
                  <a:schemeClr val="tx1"/>
                </a:solidFill>
                <a:latin typeface="Times" pitchFamily="2" charset="0"/>
                <a:ea typeface="MS PGothic" panose="020B0600070205080204" pitchFamily="34" charset="-128"/>
              </a:defRPr>
            </a:lvl2pPr>
            <a:lvl3pPr marL="1143000" indent="-228600">
              <a:defRPr sz="2400">
                <a:solidFill>
                  <a:schemeClr val="tx1"/>
                </a:solidFill>
                <a:latin typeface="Times" pitchFamily="2" charset="0"/>
                <a:ea typeface="MS PGothic" panose="020B0600070205080204" pitchFamily="34" charset="-128"/>
              </a:defRPr>
            </a:lvl3pPr>
            <a:lvl4pPr marL="1600200" indent="-228600">
              <a:defRPr sz="2400">
                <a:solidFill>
                  <a:schemeClr val="tx1"/>
                </a:solidFill>
                <a:latin typeface="Times" pitchFamily="2" charset="0"/>
                <a:ea typeface="MS PGothic" panose="020B0600070205080204" pitchFamily="34" charset="-128"/>
              </a:defRPr>
            </a:lvl4pPr>
            <a:lvl5pPr marL="2057400" indent="-228600">
              <a:defRPr sz="2400">
                <a:solidFill>
                  <a:schemeClr val="tx1"/>
                </a:solidFill>
                <a:latin typeface="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9pPr>
          </a:lstStyle>
          <a:p>
            <a:pPr algn="ctr">
              <a:defRPr/>
            </a:pPr>
            <a:endParaRPr lang="es-PE" altLang="en-US" sz="1900">
              <a:solidFill>
                <a:srgbClr val="FFFF00"/>
              </a:solidFill>
              <a:latin typeface="Times New Roman" panose="02020603050405020304" pitchFamily="18" charset="0"/>
            </a:endParaRPr>
          </a:p>
        </p:txBody>
      </p:sp>
      <p:sp>
        <p:nvSpPr>
          <p:cNvPr id="21" name="Flecha: a la izquierda y derecha 20">
            <a:extLst>
              <a:ext uri="{FF2B5EF4-FFF2-40B4-BE49-F238E27FC236}">
                <a16:creationId xmlns:a16="http://schemas.microsoft.com/office/drawing/2014/main" id="{0656F1F9-9F87-7C44-9725-A1A19B7888E3}"/>
              </a:ext>
            </a:extLst>
          </p:cNvPr>
          <p:cNvSpPr/>
          <p:nvPr/>
        </p:nvSpPr>
        <p:spPr>
          <a:xfrm rot="19388592">
            <a:off x="2944813" y="1382713"/>
            <a:ext cx="1574800" cy="392112"/>
          </a:xfrm>
          <a:prstGeom prst="lef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2400">
                <a:solidFill>
                  <a:schemeClr val="tx1"/>
                </a:solidFill>
                <a:latin typeface="Times" pitchFamily="2" charset="0"/>
                <a:ea typeface="MS PGothic" panose="020B0600070205080204" pitchFamily="34" charset="-128"/>
              </a:defRPr>
            </a:lvl1pPr>
            <a:lvl2pPr marL="742950" indent="-285750">
              <a:defRPr sz="2400">
                <a:solidFill>
                  <a:schemeClr val="tx1"/>
                </a:solidFill>
                <a:latin typeface="Times" pitchFamily="2" charset="0"/>
                <a:ea typeface="MS PGothic" panose="020B0600070205080204" pitchFamily="34" charset="-128"/>
              </a:defRPr>
            </a:lvl2pPr>
            <a:lvl3pPr marL="1143000" indent="-228600">
              <a:defRPr sz="2400">
                <a:solidFill>
                  <a:schemeClr val="tx1"/>
                </a:solidFill>
                <a:latin typeface="Times" pitchFamily="2" charset="0"/>
                <a:ea typeface="MS PGothic" panose="020B0600070205080204" pitchFamily="34" charset="-128"/>
              </a:defRPr>
            </a:lvl3pPr>
            <a:lvl4pPr marL="1600200" indent="-228600">
              <a:defRPr sz="2400">
                <a:solidFill>
                  <a:schemeClr val="tx1"/>
                </a:solidFill>
                <a:latin typeface="Times" pitchFamily="2" charset="0"/>
                <a:ea typeface="MS PGothic" panose="020B0600070205080204" pitchFamily="34" charset="-128"/>
              </a:defRPr>
            </a:lvl4pPr>
            <a:lvl5pPr marL="2057400" indent="-228600">
              <a:defRPr sz="2400">
                <a:solidFill>
                  <a:schemeClr val="tx1"/>
                </a:solidFill>
                <a:latin typeface="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9pPr>
          </a:lstStyle>
          <a:p>
            <a:pPr algn="ctr">
              <a:defRPr/>
            </a:pPr>
            <a:endParaRPr lang="es-PE" altLang="en-US" sz="1900">
              <a:solidFill>
                <a:srgbClr val="FFFF00"/>
              </a:solidFill>
              <a:latin typeface="Times New Roman" panose="02020603050405020304" pitchFamily="18" charset="0"/>
            </a:endParaRPr>
          </a:p>
        </p:txBody>
      </p:sp>
      <p:sp>
        <p:nvSpPr>
          <p:cNvPr id="18" name="Flecha: a la izquierda y derecha 17">
            <a:extLst>
              <a:ext uri="{FF2B5EF4-FFF2-40B4-BE49-F238E27FC236}">
                <a16:creationId xmlns:a16="http://schemas.microsoft.com/office/drawing/2014/main" id="{FD637C76-8CDD-B444-B52A-2B7F24735715}"/>
              </a:ext>
            </a:extLst>
          </p:cNvPr>
          <p:cNvSpPr/>
          <p:nvPr/>
        </p:nvSpPr>
        <p:spPr>
          <a:xfrm rot="2751793">
            <a:off x="2997993" y="3971132"/>
            <a:ext cx="1382713" cy="393700"/>
          </a:xfrm>
          <a:prstGeom prst="leftRightArrow">
            <a:avLst/>
          </a:prstGeom>
          <a:solidFill>
            <a:schemeClr val="bg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lvl1pPr>
              <a:defRPr sz="2400">
                <a:solidFill>
                  <a:schemeClr val="tx1"/>
                </a:solidFill>
                <a:latin typeface="Times" pitchFamily="2" charset="0"/>
                <a:ea typeface="MS PGothic" panose="020B0600070205080204" pitchFamily="34" charset="-128"/>
              </a:defRPr>
            </a:lvl1pPr>
            <a:lvl2pPr marL="742950" indent="-285750">
              <a:defRPr sz="2400">
                <a:solidFill>
                  <a:schemeClr val="tx1"/>
                </a:solidFill>
                <a:latin typeface="Times" pitchFamily="2" charset="0"/>
                <a:ea typeface="MS PGothic" panose="020B0600070205080204" pitchFamily="34" charset="-128"/>
              </a:defRPr>
            </a:lvl2pPr>
            <a:lvl3pPr marL="1143000" indent="-228600">
              <a:defRPr sz="2400">
                <a:solidFill>
                  <a:schemeClr val="tx1"/>
                </a:solidFill>
                <a:latin typeface="Times" pitchFamily="2" charset="0"/>
                <a:ea typeface="MS PGothic" panose="020B0600070205080204" pitchFamily="34" charset="-128"/>
              </a:defRPr>
            </a:lvl3pPr>
            <a:lvl4pPr marL="1600200" indent="-228600">
              <a:defRPr sz="2400">
                <a:solidFill>
                  <a:schemeClr val="tx1"/>
                </a:solidFill>
                <a:latin typeface="Times" pitchFamily="2" charset="0"/>
                <a:ea typeface="MS PGothic" panose="020B0600070205080204" pitchFamily="34" charset="-128"/>
              </a:defRPr>
            </a:lvl4pPr>
            <a:lvl5pPr marL="2057400" indent="-228600">
              <a:defRPr sz="2400">
                <a:solidFill>
                  <a:schemeClr val="tx1"/>
                </a:solidFill>
                <a:latin typeface="Times" pitchFamily="2"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pitchFamily="2" charset="0"/>
                <a:ea typeface="MS PGothic" panose="020B0600070205080204" pitchFamily="34" charset="-128"/>
              </a:defRPr>
            </a:lvl9pPr>
          </a:lstStyle>
          <a:p>
            <a:pPr algn="ctr">
              <a:defRPr/>
            </a:pPr>
            <a:endParaRPr lang="es-PE" altLang="en-US" sz="1900">
              <a:solidFill>
                <a:srgbClr val="FFFF00"/>
              </a:solidFill>
              <a:latin typeface="Times New Roman" panose="02020603050405020304" pitchFamily="18" charset="0"/>
            </a:endParaRPr>
          </a:p>
        </p:txBody>
      </p:sp>
      <p:sp>
        <p:nvSpPr>
          <p:cNvPr id="22" name="Rectangle 2">
            <a:extLst>
              <a:ext uri="{FF2B5EF4-FFF2-40B4-BE49-F238E27FC236}">
                <a16:creationId xmlns:a16="http://schemas.microsoft.com/office/drawing/2014/main" id="{C628F53A-F990-8F49-BFE9-7D74972E05C6}"/>
              </a:ext>
            </a:extLst>
          </p:cNvPr>
          <p:cNvSpPr txBox="1">
            <a:spLocks noChangeArrowheads="1"/>
          </p:cNvSpPr>
          <p:nvPr/>
        </p:nvSpPr>
        <p:spPr>
          <a:xfrm>
            <a:off x="0" y="0"/>
            <a:ext cx="9906000" cy="760413"/>
          </a:xfrm>
          <a:prstGeom prst="rect">
            <a:avLst/>
          </a:prstGeom>
        </p:spPr>
        <p:txBody>
          <a:bodyPr/>
          <a:lstStyle>
            <a:lvl1pPr algn="ctr" rtl="0" eaLnBrk="0" fontAlgn="base" hangingPunct="0">
              <a:spcBef>
                <a:spcPct val="0"/>
              </a:spcBef>
              <a:spcAft>
                <a:spcPct val="0"/>
              </a:spcAft>
              <a:defRPr sz="4400">
                <a:solidFill>
                  <a:schemeClr val="tx2"/>
                </a:solidFill>
                <a:latin typeface="+mj-lt"/>
                <a:ea typeface="MS PGothic" panose="020B0600070205080204" pitchFamily="34" charset="-128"/>
                <a:cs typeface="MS PGothic" charset="0"/>
              </a:defRPr>
            </a:lvl1pPr>
            <a:lvl2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2pPr>
            <a:lvl3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3pPr>
            <a:lvl4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4pPr>
            <a:lvl5pPr algn="ctr" rtl="0" eaLnBrk="0" fontAlgn="base" hangingPunct="0">
              <a:spcBef>
                <a:spcPct val="0"/>
              </a:spcBef>
              <a:spcAft>
                <a:spcPct val="0"/>
              </a:spcAft>
              <a:defRPr sz="4400">
                <a:solidFill>
                  <a:schemeClr val="tx2"/>
                </a:solidFill>
                <a:latin typeface="Times New Roman" charset="0"/>
                <a:ea typeface="MS PGothic" panose="020B0600070205080204" pitchFamily="34" charset="-128"/>
                <a:cs typeface="MS PGothic" charset="0"/>
              </a:defRPr>
            </a:lvl5pPr>
            <a:lvl6pPr marL="457200" algn="ctr" rtl="0" eaLnBrk="0" fontAlgn="base" hangingPunct="0">
              <a:spcBef>
                <a:spcPct val="0"/>
              </a:spcBef>
              <a:spcAft>
                <a:spcPct val="0"/>
              </a:spcAft>
              <a:defRPr sz="4400">
                <a:solidFill>
                  <a:schemeClr val="tx2"/>
                </a:solidFill>
                <a:latin typeface="Times New Roman" charset="0"/>
                <a:ea typeface="ＭＳ Ｐゴシック" charset="0"/>
              </a:defRPr>
            </a:lvl6pPr>
            <a:lvl7pPr marL="914400" algn="ctr" rtl="0" eaLnBrk="0" fontAlgn="base" hangingPunct="0">
              <a:spcBef>
                <a:spcPct val="0"/>
              </a:spcBef>
              <a:spcAft>
                <a:spcPct val="0"/>
              </a:spcAft>
              <a:defRPr sz="4400">
                <a:solidFill>
                  <a:schemeClr val="tx2"/>
                </a:solidFill>
                <a:latin typeface="Times New Roman" charset="0"/>
                <a:ea typeface="ＭＳ Ｐゴシック" charset="0"/>
              </a:defRPr>
            </a:lvl7pPr>
            <a:lvl8pPr marL="1371600" algn="ctr" rtl="0" eaLnBrk="0" fontAlgn="base" hangingPunct="0">
              <a:spcBef>
                <a:spcPct val="0"/>
              </a:spcBef>
              <a:spcAft>
                <a:spcPct val="0"/>
              </a:spcAft>
              <a:defRPr sz="4400">
                <a:solidFill>
                  <a:schemeClr val="tx2"/>
                </a:solidFill>
                <a:latin typeface="Times New Roman" charset="0"/>
                <a:ea typeface="ＭＳ Ｐゴシック" charset="0"/>
              </a:defRPr>
            </a:lvl8pPr>
            <a:lvl9pPr marL="1828800" algn="ctr" rtl="0" eaLnBrk="0" fontAlgn="base" hangingPunct="0">
              <a:spcBef>
                <a:spcPct val="0"/>
              </a:spcBef>
              <a:spcAft>
                <a:spcPct val="0"/>
              </a:spcAft>
              <a:defRPr sz="4400">
                <a:solidFill>
                  <a:schemeClr val="tx2"/>
                </a:solidFill>
                <a:latin typeface="Times New Roman" charset="0"/>
                <a:ea typeface="ＭＳ Ｐゴシック" charset="0"/>
              </a:defRPr>
            </a:lvl9pPr>
          </a:lstStyle>
          <a:p>
            <a:pPr eaLnBrk="1" hangingPunct="1">
              <a:defRPr/>
            </a:pPr>
            <a:r>
              <a:rPr lang="es-ES_tradnl" sz="3600" dirty="0">
                <a:solidFill>
                  <a:srgbClr val="8EB4E3"/>
                </a:solidFill>
                <a:latin typeface="Avenir Book"/>
                <a:ea typeface="+mj-ea"/>
                <a:cs typeface="Avenir Book"/>
              </a:rPr>
              <a:t>Actores sociales (3)</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414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416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41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4165"/>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4146"/>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8"/>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grpId="1" nodeType="clickEffect">
                                  <p:stCondLst>
                                    <p:cond delay="0"/>
                                  </p:stCondLst>
                                  <p:childTnLst>
                                    <p:set>
                                      <p:cBhvr>
                                        <p:cTn id="44" dur="1" fill="hold">
                                          <p:stCondLst>
                                            <p:cond delay="0"/>
                                          </p:stCondLst>
                                        </p:cTn>
                                        <p:tgtEl>
                                          <p:spTgt spid="134146"/>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34176"/>
                                        </p:tgtEl>
                                        <p:attrNameLst>
                                          <p:attrName>style.visibility</p:attrName>
                                        </p:attrNameLst>
                                      </p:cBhvr>
                                      <p:to>
                                        <p:strVal val="visible"/>
                                      </p:to>
                                    </p:set>
                                  </p:childTnLst>
                                </p:cTn>
                              </p:par>
                            </p:childTnLst>
                          </p:cTn>
                        </p:par>
                      </p:childTnLst>
                    </p:cTn>
                  </p:par>
                  <p:par>
                    <p:cTn id="49" fill="hold" nodeType="clickPar">
                      <p:stCondLst>
                        <p:cond delay="indefinite"/>
                      </p:stCondLst>
                      <p:childTnLst>
                        <p:par>
                          <p:cTn id="50" fill="hold" nodeType="withGroup">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39"/>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31"/>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341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6" grpId="0" animBg="1"/>
      <p:bldP spid="134146" grpId="1" animBg="1"/>
      <p:bldP spid="134147" grpId="0" animBg="1"/>
      <p:bldP spid="134148" grpId="0" animBg="1"/>
      <p:bldP spid="134164" grpId="0"/>
      <p:bldP spid="134165" grpId="0"/>
      <p:bldP spid="134176" grpId="0" animBg="1"/>
      <p:bldP spid="31" grpId="0" animBg="1"/>
      <p:bldP spid="39" grpId="0" animBg="1"/>
      <p:bldP spid="17" grpId="0" animBg="1"/>
      <p:bldP spid="2" grpId="0"/>
      <p:bldP spid="20" grpId="0"/>
      <p:bldP spid="134162" grpId="0"/>
      <p:bldP spid="19" grpId="0" animBg="1"/>
      <p:bldP spid="6" grpId="0" animBg="1"/>
      <p:bldP spid="21" grpId="0" animBg="1"/>
      <p:bldP spid="1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B3B5E6F-CF46-3B48-AA63-4E70DACD3653}"/>
              </a:ext>
            </a:extLst>
          </p:cNvPr>
          <p:cNvSpPr>
            <a:spLocks noGrp="1" noChangeArrowheads="1"/>
          </p:cNvSpPr>
          <p:nvPr>
            <p:ph type="title"/>
          </p:nvPr>
        </p:nvSpPr>
        <p:spPr>
          <a:xfrm>
            <a:off x="0" y="0"/>
            <a:ext cx="9906000" cy="908050"/>
          </a:xfrm>
        </p:spPr>
        <p:txBody>
          <a:bodyPr rtlCol="0">
            <a:noAutofit/>
          </a:bodyPr>
          <a:lstStyle/>
          <a:p>
            <a:pPr eaLnBrk="1" hangingPunct="1">
              <a:defRPr/>
            </a:pPr>
            <a:br>
              <a:rPr lang="es-ES_tradnl" sz="3600" kern="1200" dirty="0">
                <a:solidFill>
                  <a:srgbClr val="8EB4E3"/>
                </a:solidFill>
                <a:latin typeface="Avenir Book"/>
                <a:ea typeface="MS PGothic" panose="020B0600070205080204" pitchFamily="34" charset="-128"/>
                <a:cs typeface="Avenir Book"/>
              </a:rPr>
            </a:br>
            <a:r>
              <a:rPr lang="es-ES" sz="3600" kern="1200" dirty="0">
                <a:solidFill>
                  <a:srgbClr val="8EB4E3"/>
                </a:solidFill>
                <a:latin typeface="Avenir Book"/>
                <a:ea typeface="MS PGothic" panose="020B0600070205080204" pitchFamily="34" charset="-128"/>
                <a:cs typeface="Avenir Book"/>
              </a:rPr>
              <a:t>Republicanismo Morado: enfoque de gobierno</a:t>
            </a:r>
            <a:br>
              <a:rPr lang="en-US" sz="3600" kern="1200" dirty="0">
                <a:solidFill>
                  <a:srgbClr val="8EB4E3"/>
                </a:solidFill>
                <a:latin typeface="Avenir Book"/>
                <a:ea typeface="MS PGothic" panose="020B0600070205080204" pitchFamily="34" charset="-128"/>
                <a:cs typeface="Avenir Book"/>
              </a:rPr>
            </a:br>
            <a:endParaRPr lang="en-US" sz="3600" kern="1200" dirty="0">
              <a:solidFill>
                <a:srgbClr val="8EB4E3"/>
              </a:solidFill>
              <a:latin typeface="Avenir Book"/>
              <a:ea typeface="MS PGothic" panose="020B0600070205080204" pitchFamily="34" charset="-128"/>
              <a:cs typeface="Avenir Book"/>
            </a:endParaRPr>
          </a:p>
        </p:txBody>
      </p:sp>
      <p:sp>
        <p:nvSpPr>
          <p:cNvPr id="7171" name="Rectangle 3">
            <a:extLst>
              <a:ext uri="{FF2B5EF4-FFF2-40B4-BE49-F238E27FC236}">
                <a16:creationId xmlns:a16="http://schemas.microsoft.com/office/drawing/2014/main" id="{F1B8782A-55DD-1F4C-82A5-3C72472B125B}"/>
              </a:ext>
            </a:extLst>
          </p:cNvPr>
          <p:cNvSpPr>
            <a:spLocks noGrp="1" noChangeArrowheads="1"/>
          </p:cNvSpPr>
          <p:nvPr>
            <p:ph type="body" idx="1"/>
          </p:nvPr>
        </p:nvSpPr>
        <p:spPr>
          <a:xfrm>
            <a:off x="0" y="973394"/>
            <a:ext cx="9906000" cy="5884606"/>
          </a:xfrm>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pPr marL="361950" lvl="1" indent="-320675">
              <a:spcBef>
                <a:spcPct val="0"/>
              </a:spcBef>
              <a:buFont typeface="Arial" panose="020B0604020202020204" pitchFamily="34" charset="0"/>
              <a:buChar char="•"/>
              <a:defRPr/>
            </a:pPr>
            <a:r>
              <a:rPr lang="es-ES" altLang="en-US" sz="3200" dirty="0">
                <a:solidFill>
                  <a:srgbClr val="FFFFFF"/>
                </a:solidFill>
                <a:latin typeface="Avenir Book" panose="02000503020000020003"/>
                <a:ea typeface="MS PGothic" panose="020B0600070205080204" pitchFamily="34" charset="-128"/>
              </a:rPr>
              <a:t>Para cumplir </a:t>
            </a:r>
            <a:r>
              <a:rPr lang="es-ES" altLang="en-US" sz="3200" kern="1200" dirty="0">
                <a:solidFill>
                  <a:srgbClr val="8EB4E3"/>
                </a:solidFill>
                <a:latin typeface="Avenir Book" panose="02000503020000020003"/>
                <a:ea typeface="MS PGothic" panose="020B0600070205080204" pitchFamily="34" charset="-128"/>
              </a:rPr>
              <a:t>la promesa republicana de la vida peruana </a:t>
            </a:r>
            <a:r>
              <a:rPr lang="es-ES" altLang="en-US" sz="3200" dirty="0">
                <a:solidFill>
                  <a:srgbClr val="FFFFFF"/>
                </a:solidFill>
                <a:latin typeface="Avenir Book" panose="02000503020000020003"/>
                <a:ea typeface="MS PGothic" panose="020B0600070205080204" pitchFamily="34" charset="-128"/>
              </a:rPr>
              <a:t>el Partido Morado gobernará:</a:t>
            </a:r>
          </a:p>
          <a:p>
            <a:pPr marL="585788" lvl="1" indent="-223838">
              <a:spcBef>
                <a:spcPct val="0"/>
              </a:spcBef>
              <a:buFont typeface="Arial" panose="020B0604020202020204" pitchFamily="34" charset="0"/>
              <a:buChar char="•"/>
              <a:defRPr/>
            </a:pPr>
            <a:r>
              <a:rPr lang="es-ES" altLang="en-US" sz="2400" dirty="0">
                <a:solidFill>
                  <a:srgbClr val="FFFFFF"/>
                </a:solidFill>
                <a:latin typeface="Avenir Book" panose="02000503020000020003"/>
                <a:ea typeface="MS PGothic" panose="020B0600070205080204" pitchFamily="34" charset="-128"/>
              </a:rPr>
              <a:t>Respetando escrupulosamente la </a:t>
            </a:r>
            <a:r>
              <a:rPr lang="es-ES" altLang="en-US" sz="2400" kern="1200" dirty="0">
                <a:solidFill>
                  <a:srgbClr val="8EB4E3"/>
                </a:solidFill>
                <a:latin typeface="Avenir Book" panose="02000503020000020003"/>
                <a:ea typeface="MS PGothic" panose="020B0600070205080204" pitchFamily="34" charset="-128"/>
              </a:rPr>
              <a:t>Constitución Política </a:t>
            </a:r>
            <a:r>
              <a:rPr lang="es-ES" altLang="en-US" sz="2400" dirty="0">
                <a:solidFill>
                  <a:srgbClr val="FFFFFF"/>
                </a:solidFill>
                <a:latin typeface="Avenir Book" panose="02000503020000020003"/>
                <a:ea typeface="MS PGothic" panose="020B0600070205080204" pitchFamily="34" charset="-128"/>
              </a:rPr>
              <a:t>y el imperio de la ley</a:t>
            </a:r>
          </a:p>
          <a:p>
            <a:pPr marL="585788" lvl="1" indent="-223838">
              <a:spcBef>
                <a:spcPct val="0"/>
              </a:spcBef>
              <a:buFont typeface="Arial" panose="020B0604020202020204" pitchFamily="34" charset="0"/>
              <a:buChar char="•"/>
              <a:defRPr/>
            </a:pPr>
            <a:r>
              <a:rPr lang="es-ES" altLang="en-US" sz="2400" dirty="0">
                <a:solidFill>
                  <a:srgbClr val="FFFFFF"/>
                </a:solidFill>
                <a:latin typeface="Avenir Book" panose="02000503020000020003"/>
                <a:ea typeface="MS PGothic" panose="020B0600070205080204" pitchFamily="34" charset="-128"/>
              </a:rPr>
              <a:t>Separando los </a:t>
            </a:r>
            <a:r>
              <a:rPr lang="es-ES" altLang="en-US" sz="2400" kern="1200" dirty="0">
                <a:solidFill>
                  <a:srgbClr val="8EB4E3"/>
                </a:solidFill>
                <a:latin typeface="Avenir Book" panose="02000503020000020003"/>
                <a:ea typeface="MS PGothic" panose="020B0600070205080204" pitchFamily="34" charset="-128"/>
              </a:rPr>
              <a:t>intereses privados del interés público </a:t>
            </a:r>
            <a:r>
              <a:rPr lang="es-ES" altLang="en-US" sz="2400" dirty="0">
                <a:solidFill>
                  <a:srgbClr val="FFFFFF"/>
                </a:solidFill>
                <a:latin typeface="Avenir Book" panose="02000503020000020003"/>
                <a:ea typeface="MS PGothic" panose="020B0600070205080204" pitchFamily="34" charset="-128"/>
              </a:rPr>
              <a:t>y fomentando el </a:t>
            </a:r>
            <a:r>
              <a:rPr lang="es-ES" altLang="en-US" sz="2400" kern="1200" dirty="0">
                <a:solidFill>
                  <a:srgbClr val="8EB4E3"/>
                </a:solidFill>
                <a:latin typeface="Avenir Book" panose="02000503020000020003"/>
                <a:ea typeface="MS PGothic" panose="020B0600070205080204" pitchFamily="34" charset="-128"/>
              </a:rPr>
              <a:t>bien común</a:t>
            </a:r>
          </a:p>
          <a:p>
            <a:pPr marL="585788" lvl="1" indent="-223838">
              <a:spcBef>
                <a:spcPct val="0"/>
              </a:spcBef>
              <a:buFont typeface="Arial" panose="020B0604020202020204" pitchFamily="34" charset="0"/>
              <a:buChar char="•"/>
              <a:defRPr/>
            </a:pPr>
            <a:r>
              <a:rPr lang="es-ES" altLang="en-US" sz="2400" dirty="0">
                <a:solidFill>
                  <a:srgbClr val="FFFFFF"/>
                </a:solidFill>
                <a:latin typeface="Avenir Book" panose="02000503020000020003"/>
                <a:ea typeface="MS PGothic" panose="020B0600070205080204" pitchFamily="34" charset="-128"/>
              </a:rPr>
              <a:t>Promoviendo una </a:t>
            </a:r>
            <a:r>
              <a:rPr lang="es-ES" altLang="en-US" sz="2400" kern="1200" dirty="0">
                <a:solidFill>
                  <a:srgbClr val="8EB4E3"/>
                </a:solidFill>
                <a:latin typeface="Avenir Book" panose="02000503020000020003"/>
                <a:ea typeface="MS PGothic" panose="020B0600070205080204" pitchFamily="34" charset="-128"/>
              </a:rPr>
              <a:t>administración de justica equitativa, eficaz, eficiente y a tiempo</a:t>
            </a:r>
          </a:p>
          <a:p>
            <a:pPr marL="585788" lvl="1" indent="-223838">
              <a:spcBef>
                <a:spcPct val="0"/>
              </a:spcBef>
              <a:buFont typeface="Arial" panose="020B0604020202020204" pitchFamily="34" charset="0"/>
              <a:buChar char="•"/>
              <a:defRPr/>
            </a:pPr>
            <a:r>
              <a:rPr lang="es-ES" altLang="en-US" sz="2400" dirty="0">
                <a:solidFill>
                  <a:srgbClr val="FFFFFF"/>
                </a:solidFill>
                <a:latin typeface="Avenir Book" panose="02000503020000020003"/>
                <a:ea typeface="MS PGothic" panose="020B0600070205080204" pitchFamily="34" charset="-128"/>
              </a:rPr>
              <a:t>Instaurando el </a:t>
            </a:r>
            <a:r>
              <a:rPr lang="es-ES" altLang="en-US" sz="2400" kern="1200" dirty="0">
                <a:solidFill>
                  <a:srgbClr val="8EB4E3"/>
                </a:solidFill>
                <a:latin typeface="Avenir Book" panose="02000503020000020003"/>
                <a:ea typeface="MS PGothic" panose="020B0600070205080204" pitchFamily="34" charset="-128"/>
              </a:rPr>
              <a:t>planeamiento y la gestión estratégica </a:t>
            </a:r>
            <a:r>
              <a:rPr lang="es-ES" altLang="en-US" sz="2400" dirty="0">
                <a:solidFill>
                  <a:srgbClr val="FFFFFF"/>
                </a:solidFill>
                <a:latin typeface="Avenir Book" panose="02000503020000020003"/>
                <a:ea typeface="MS PGothic" panose="020B0600070205080204" pitchFamily="34" charset="-128"/>
              </a:rPr>
              <a:t>en las acciones del gobierno</a:t>
            </a:r>
          </a:p>
          <a:p>
            <a:pPr marL="585788" lvl="1" indent="-223838">
              <a:spcBef>
                <a:spcPct val="0"/>
              </a:spcBef>
              <a:buFont typeface="Arial" panose="020B0604020202020204" pitchFamily="34" charset="0"/>
              <a:buChar char="•"/>
              <a:defRPr/>
            </a:pPr>
            <a:r>
              <a:rPr lang="es-ES" altLang="en-US" sz="2400" dirty="0">
                <a:solidFill>
                  <a:srgbClr val="FFFFFF"/>
                </a:solidFill>
                <a:latin typeface="Avenir Book" panose="02000503020000020003"/>
                <a:ea typeface="MS PGothic" panose="020B0600070205080204" pitchFamily="34" charset="-128"/>
              </a:rPr>
              <a:t>Haciendo </a:t>
            </a:r>
            <a:r>
              <a:rPr lang="es-ES" altLang="en-US" sz="2400" kern="1200" dirty="0">
                <a:solidFill>
                  <a:srgbClr val="8EB4E3"/>
                </a:solidFill>
                <a:latin typeface="Avenir Book" panose="02000503020000020003"/>
                <a:ea typeface="MS PGothic" panose="020B0600070205080204" pitchFamily="34" charset="-128"/>
              </a:rPr>
              <a:t>respetar el principio de autoridad</a:t>
            </a:r>
          </a:p>
          <a:p>
            <a:pPr marL="585788" lvl="1" indent="-223838">
              <a:spcBef>
                <a:spcPct val="0"/>
              </a:spcBef>
              <a:buFont typeface="Arial" panose="020B0604020202020204" pitchFamily="34" charset="0"/>
              <a:buChar char="•"/>
              <a:defRPr/>
            </a:pPr>
            <a:r>
              <a:rPr lang="es-ES" altLang="en-US" sz="2400" dirty="0">
                <a:solidFill>
                  <a:srgbClr val="FFFFFF"/>
                </a:solidFill>
                <a:latin typeface="Avenir Book" panose="02000503020000020003"/>
                <a:ea typeface="MS PGothic" panose="020B0600070205080204" pitchFamily="34" charset="-128"/>
              </a:rPr>
              <a:t>Generando </a:t>
            </a:r>
            <a:r>
              <a:rPr lang="es-ES" altLang="en-US" sz="2400" kern="1200" dirty="0">
                <a:solidFill>
                  <a:srgbClr val="8EB4E3"/>
                </a:solidFill>
                <a:latin typeface="Avenir Book" panose="02000503020000020003"/>
                <a:ea typeface="MS PGothic" panose="020B0600070205080204" pitchFamily="34" charset="-128"/>
              </a:rPr>
              <a:t>oportunidades iguales </a:t>
            </a:r>
            <a:r>
              <a:rPr lang="es-ES" altLang="en-US" sz="2400" dirty="0">
                <a:solidFill>
                  <a:srgbClr val="FFFFFF"/>
                </a:solidFill>
                <a:latin typeface="Avenir Book" panose="02000503020000020003"/>
                <a:ea typeface="MS PGothic" panose="020B0600070205080204" pitchFamily="34" charset="-128"/>
              </a:rPr>
              <a:t>para todos y todas las peruanas</a:t>
            </a:r>
          </a:p>
          <a:p>
            <a:pPr marL="585788" lvl="1" indent="-223838">
              <a:spcBef>
                <a:spcPct val="0"/>
              </a:spcBef>
              <a:buFont typeface="Arial" panose="020B0604020202020204" pitchFamily="34" charset="0"/>
              <a:buChar char="•"/>
              <a:defRPr/>
            </a:pPr>
            <a:r>
              <a:rPr lang="es-ES" altLang="en-US" sz="2400" dirty="0">
                <a:solidFill>
                  <a:srgbClr val="FFFFFF"/>
                </a:solidFill>
                <a:latin typeface="Avenir Book" panose="02000503020000020003"/>
                <a:ea typeface="MS PGothic" panose="020B0600070205080204" pitchFamily="34" charset="-128"/>
              </a:rPr>
              <a:t>Manteniendo una permanente </a:t>
            </a:r>
            <a:r>
              <a:rPr lang="es-ES" altLang="en-US" sz="2400" kern="1200" dirty="0">
                <a:solidFill>
                  <a:srgbClr val="8EB4E3"/>
                </a:solidFill>
                <a:latin typeface="Avenir Book" panose="02000503020000020003"/>
                <a:ea typeface="MS PGothic" panose="020B0600070205080204" pitchFamily="34" charset="-128"/>
              </a:rPr>
              <a:t>conexión con la ciudadanía</a:t>
            </a:r>
          </a:p>
          <a:p>
            <a:pPr marL="585788" lvl="1" indent="-223838">
              <a:spcBef>
                <a:spcPct val="0"/>
              </a:spcBef>
              <a:buFont typeface="Arial" panose="020B0604020202020204" pitchFamily="34" charset="0"/>
              <a:buChar char="•"/>
              <a:defRPr/>
            </a:pPr>
            <a:r>
              <a:rPr lang="es-ES" altLang="en-US" sz="2400" dirty="0">
                <a:solidFill>
                  <a:srgbClr val="FFFFFF"/>
                </a:solidFill>
                <a:latin typeface="Avenir Book" panose="02000503020000020003"/>
                <a:ea typeface="MS PGothic" panose="020B0600070205080204" pitchFamily="34" charset="-128"/>
              </a:rPr>
              <a:t>Con una actitud de </a:t>
            </a:r>
            <a:r>
              <a:rPr lang="es-ES" altLang="en-US" sz="2400" kern="1200" dirty="0">
                <a:solidFill>
                  <a:srgbClr val="8EB4E3"/>
                </a:solidFill>
                <a:latin typeface="Avenir Book" panose="02000503020000020003"/>
                <a:ea typeface="MS PGothic" panose="020B0600070205080204" pitchFamily="34" charset="-128"/>
              </a:rPr>
              <a:t>aprendizaje continuo y humildad</a:t>
            </a:r>
          </a:p>
          <a:p>
            <a:pPr marL="585788" lvl="1" indent="-223838">
              <a:spcBef>
                <a:spcPct val="0"/>
              </a:spcBef>
              <a:buFont typeface="Arial" panose="020B0604020202020204" pitchFamily="34" charset="0"/>
              <a:buChar char="•"/>
              <a:defRPr/>
            </a:pPr>
            <a:r>
              <a:rPr lang="es-ES" altLang="en-US" sz="2400" dirty="0">
                <a:solidFill>
                  <a:srgbClr val="FFFFFF"/>
                </a:solidFill>
                <a:latin typeface="Avenir Book" panose="02000503020000020003"/>
                <a:ea typeface="MS PGothic" panose="020B0600070205080204" pitchFamily="34" charset="-128"/>
              </a:rPr>
              <a:t>Empleando responsablemente los </a:t>
            </a:r>
            <a:r>
              <a:rPr lang="es-ES" altLang="en-US" sz="2400" kern="1200" dirty="0">
                <a:solidFill>
                  <a:srgbClr val="8EB4E3"/>
                </a:solidFill>
                <a:latin typeface="Avenir Book" panose="02000503020000020003"/>
                <a:ea typeface="MS PGothic" panose="020B0600070205080204" pitchFamily="34" charset="-128"/>
              </a:rPr>
              <a:t>recursos de poder</a:t>
            </a:r>
          </a:p>
          <a:p>
            <a:pPr marL="134938" lvl="1" indent="0">
              <a:spcBef>
                <a:spcPct val="0"/>
              </a:spcBef>
              <a:buFont typeface="Arial" panose="020B0604020202020204" pitchFamily="34" charset="0"/>
              <a:buChar char="•"/>
              <a:defRPr/>
            </a:pPr>
            <a:endParaRPr lang="es-ES" altLang="en-US" dirty="0">
              <a:solidFill>
                <a:srgbClr val="FFFFFF"/>
              </a:solidFill>
              <a:latin typeface="Avenir Book" panose="02000503020000020003"/>
              <a:ea typeface="MS PGothic" panose="020B0600070205080204" pitchFamily="34" charset="-128"/>
            </a:endParaRPr>
          </a:p>
          <a:p>
            <a:pPr marL="134938" lvl="1" indent="0">
              <a:spcBef>
                <a:spcPct val="0"/>
              </a:spcBef>
              <a:buFont typeface="Times" pitchFamily="2" charset="0"/>
              <a:buChar char="•"/>
              <a:defRPr/>
            </a:pPr>
            <a:endParaRPr lang="es-ES" altLang="en-US" dirty="0">
              <a:solidFill>
                <a:srgbClr val="FFFFFF"/>
              </a:solidFill>
              <a:latin typeface="Avenir Book" panose="02000503020000020003"/>
              <a:ea typeface="MS PGothic"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7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17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17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171">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17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1507A85-0027-6F42-B8BF-10E0420ABA15}"/>
              </a:ext>
            </a:extLst>
          </p:cNvPr>
          <p:cNvSpPr>
            <a:spLocks noGrp="1" noChangeArrowheads="1"/>
          </p:cNvSpPr>
          <p:nvPr>
            <p:ph type="title"/>
          </p:nvPr>
        </p:nvSpPr>
        <p:spPr>
          <a:xfrm>
            <a:off x="0" y="0"/>
            <a:ext cx="9906000" cy="908050"/>
          </a:xfrm>
        </p:spPr>
        <p:txBody>
          <a:bodyPr rtlCol="0">
            <a:noAutofit/>
          </a:bodyPr>
          <a:lstStyle/>
          <a:p>
            <a:pPr eaLnBrk="1" hangingPunct="1">
              <a:defRPr/>
            </a:pPr>
            <a:r>
              <a:rPr lang="es-ES_tradnl" sz="3600" kern="1200" dirty="0">
                <a:solidFill>
                  <a:srgbClr val="8EB4E3"/>
                </a:solidFill>
                <a:latin typeface="Avenir Book"/>
                <a:ea typeface="MS PGothic" panose="020B0600070205080204" pitchFamily="34" charset="-128"/>
                <a:cs typeface="Avenir Book"/>
              </a:rPr>
              <a:t>Republicanismo Morado: recursos de poder</a:t>
            </a:r>
            <a:endParaRPr lang="en-US" sz="3600" kern="1200" dirty="0">
              <a:solidFill>
                <a:srgbClr val="8EB4E3"/>
              </a:solidFill>
              <a:latin typeface="Avenir Book"/>
              <a:ea typeface="MS PGothic" panose="020B0600070205080204" pitchFamily="34" charset="-128"/>
              <a:cs typeface="Avenir Book"/>
            </a:endParaRPr>
          </a:p>
        </p:txBody>
      </p:sp>
      <p:sp>
        <p:nvSpPr>
          <p:cNvPr id="7171" name="Rectangle 3">
            <a:extLst>
              <a:ext uri="{FF2B5EF4-FFF2-40B4-BE49-F238E27FC236}">
                <a16:creationId xmlns:a16="http://schemas.microsoft.com/office/drawing/2014/main" id="{B92B52D7-55AB-A74C-B597-1B73200460AF}"/>
              </a:ext>
            </a:extLst>
          </p:cNvPr>
          <p:cNvSpPr>
            <a:spLocks noGrp="1" noChangeArrowheads="1"/>
          </p:cNvSpPr>
          <p:nvPr>
            <p:ph type="body" idx="1"/>
          </p:nvPr>
        </p:nvSpPr>
        <p:spPr>
          <a:xfrm>
            <a:off x="0" y="908050"/>
            <a:ext cx="9906000" cy="5949950"/>
          </a:xfrm>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pPr marL="179388" indent="0">
              <a:spcBef>
                <a:spcPct val="0"/>
              </a:spcBef>
              <a:buFontTx/>
              <a:buNone/>
              <a:defRPr/>
            </a:pPr>
            <a:r>
              <a:rPr lang="es-ES_tradnl" altLang="en-US" dirty="0">
                <a:solidFill>
                  <a:srgbClr val="FFFFFF"/>
                </a:solidFill>
                <a:latin typeface="Avenir Book" panose="02000503020000020003"/>
                <a:ea typeface="MS PGothic" panose="020B0600070205080204" pitchFamily="34" charset="-128"/>
              </a:rPr>
              <a:t>El gobierno tiene a su disposición:</a:t>
            </a:r>
          </a:p>
          <a:p>
            <a:pPr marL="401638" indent="0">
              <a:spcBef>
                <a:spcPct val="0"/>
              </a:spcBef>
              <a:buFont typeface="Times" pitchFamily="2" charset="0"/>
              <a:buChar char="•"/>
              <a:defRPr/>
            </a:pPr>
            <a:r>
              <a:rPr lang="es-ES_tradnl" altLang="en-US" sz="2800" kern="1200" dirty="0">
                <a:solidFill>
                  <a:srgbClr val="8EB4E3"/>
                </a:solidFill>
                <a:latin typeface="Avenir Book" panose="02000503020000020003"/>
                <a:ea typeface="MS PGothic" panose="020B0600070205080204" pitchFamily="34" charset="-128"/>
              </a:rPr>
              <a:t>Dispositivos legales </a:t>
            </a:r>
            <a:r>
              <a:rPr lang="es-ES_tradnl" altLang="en-US" sz="2800" dirty="0">
                <a:solidFill>
                  <a:srgbClr val="FFFFFF"/>
                </a:solidFill>
                <a:latin typeface="Avenir Book" panose="02000503020000020003"/>
                <a:ea typeface="MS PGothic" panose="020B0600070205080204" pitchFamily="34" charset="-128"/>
              </a:rPr>
              <a:t>(leyes, decretos, directivas)</a:t>
            </a:r>
            <a:endParaRPr lang="en-US" altLang="en-US" sz="2800" dirty="0">
              <a:solidFill>
                <a:srgbClr val="FFFFFF"/>
              </a:solidFill>
              <a:latin typeface="Avenir Book" panose="02000503020000020003"/>
              <a:ea typeface="MS PGothic" panose="020B0600070205080204" pitchFamily="34" charset="-128"/>
            </a:endParaRPr>
          </a:p>
          <a:p>
            <a:pPr marL="401638" indent="0">
              <a:spcBef>
                <a:spcPct val="0"/>
              </a:spcBef>
              <a:buFont typeface="Times" pitchFamily="2" charset="0"/>
              <a:buChar char="•"/>
              <a:defRPr/>
            </a:pPr>
            <a:r>
              <a:rPr lang="es-ES_tradnl" altLang="en-US" sz="2800" kern="1200" dirty="0">
                <a:solidFill>
                  <a:srgbClr val="8EB4E3"/>
                </a:solidFill>
                <a:latin typeface="Avenir Book" panose="02000503020000020003"/>
                <a:ea typeface="MS PGothic" panose="020B0600070205080204" pitchFamily="34" charset="-128"/>
              </a:rPr>
              <a:t>Presupuesto </a:t>
            </a:r>
            <a:r>
              <a:rPr lang="es-ES_tradnl" altLang="en-US" sz="2800" dirty="0">
                <a:solidFill>
                  <a:srgbClr val="FFFFFF"/>
                </a:solidFill>
                <a:latin typeface="Avenir Book" panose="02000503020000020003"/>
                <a:ea typeface="MS PGothic" panose="020B0600070205080204" pitchFamily="34" charset="-128"/>
              </a:rPr>
              <a:t>y recursos públicos </a:t>
            </a:r>
            <a:endParaRPr lang="en-US" altLang="en-US" sz="2800" dirty="0">
              <a:solidFill>
                <a:srgbClr val="FFFFFF"/>
              </a:solidFill>
              <a:latin typeface="Avenir Book" panose="02000503020000020003"/>
              <a:ea typeface="MS PGothic" panose="020B0600070205080204" pitchFamily="34" charset="-128"/>
            </a:endParaRPr>
          </a:p>
          <a:p>
            <a:pPr marL="401638" indent="0">
              <a:spcBef>
                <a:spcPct val="0"/>
              </a:spcBef>
              <a:buFont typeface="Times" pitchFamily="2" charset="0"/>
              <a:buChar char="•"/>
              <a:defRPr/>
            </a:pPr>
            <a:r>
              <a:rPr lang="es-ES_tradnl" altLang="en-US" sz="2800" kern="1200" dirty="0">
                <a:solidFill>
                  <a:srgbClr val="8EB4E3"/>
                </a:solidFill>
                <a:latin typeface="Avenir Book" panose="02000503020000020003"/>
                <a:ea typeface="MS PGothic" panose="020B0600070205080204" pitchFamily="34" charset="-128"/>
              </a:rPr>
              <a:t>Regulación </a:t>
            </a:r>
            <a:r>
              <a:rPr lang="es-ES_tradnl" altLang="en-US" sz="2800" dirty="0">
                <a:solidFill>
                  <a:srgbClr val="FFFFFF"/>
                </a:solidFill>
                <a:latin typeface="Avenir Book" panose="02000503020000020003"/>
                <a:ea typeface="MS PGothic" panose="020B0600070205080204" pitchFamily="34" charset="-128"/>
              </a:rPr>
              <a:t>de actividades de otros actores sociales</a:t>
            </a:r>
            <a:endParaRPr lang="en-US" altLang="en-US" sz="2800" dirty="0">
              <a:solidFill>
                <a:srgbClr val="FFFFFF"/>
              </a:solidFill>
              <a:latin typeface="Avenir Book" panose="02000503020000020003"/>
              <a:ea typeface="MS PGothic" panose="020B0600070205080204" pitchFamily="34" charset="-128"/>
            </a:endParaRPr>
          </a:p>
          <a:p>
            <a:pPr marL="401638" indent="0">
              <a:spcBef>
                <a:spcPct val="0"/>
              </a:spcBef>
              <a:buFont typeface="Times" pitchFamily="2" charset="0"/>
              <a:buChar char="•"/>
              <a:defRPr/>
            </a:pPr>
            <a:r>
              <a:rPr lang="es-ES_tradnl" altLang="en-US" sz="2800" kern="1200" dirty="0">
                <a:solidFill>
                  <a:srgbClr val="8EB4E3"/>
                </a:solidFill>
                <a:latin typeface="Avenir Book" panose="02000503020000020003"/>
                <a:ea typeface="MS PGothic" panose="020B0600070205080204" pitchFamily="34" charset="-128"/>
              </a:rPr>
              <a:t>Incentivos</a:t>
            </a:r>
            <a:r>
              <a:rPr lang="es-ES_tradnl" altLang="en-US" sz="2800" dirty="0">
                <a:solidFill>
                  <a:schemeClr val="bg2">
                    <a:lumMod val="20000"/>
                    <a:lumOff val="80000"/>
                  </a:schemeClr>
                </a:solidFill>
                <a:latin typeface="Avenir Book" panose="02000503020000020003"/>
                <a:ea typeface="MS PGothic" panose="020B0600070205080204" pitchFamily="34" charset="-128"/>
              </a:rPr>
              <a:t>, estímulos</a:t>
            </a:r>
            <a:r>
              <a:rPr lang="es-ES_tradnl" altLang="en-US" sz="2800" dirty="0">
                <a:solidFill>
                  <a:srgbClr val="558ED5"/>
                </a:solidFill>
                <a:latin typeface="Avenir Book" panose="02000503020000020003"/>
                <a:ea typeface="MS PGothic" panose="020B0600070205080204" pitchFamily="34" charset="-128"/>
              </a:rPr>
              <a:t> </a:t>
            </a:r>
            <a:endParaRPr lang="en-US" altLang="en-US" sz="2800" dirty="0">
              <a:solidFill>
                <a:srgbClr val="558ED5"/>
              </a:solidFill>
              <a:latin typeface="Avenir Book" panose="02000503020000020003"/>
              <a:ea typeface="MS PGothic" panose="020B0600070205080204" pitchFamily="34" charset="-128"/>
            </a:endParaRPr>
          </a:p>
          <a:p>
            <a:pPr marL="401638" indent="0">
              <a:spcBef>
                <a:spcPct val="0"/>
              </a:spcBef>
              <a:buFont typeface="Times" pitchFamily="2" charset="0"/>
              <a:buChar char="•"/>
              <a:defRPr/>
            </a:pPr>
            <a:r>
              <a:rPr lang="es-ES_tradnl" altLang="en-US" sz="2800" kern="1200" dirty="0">
                <a:solidFill>
                  <a:srgbClr val="8EB4E3"/>
                </a:solidFill>
                <a:latin typeface="Avenir Book" panose="02000503020000020003"/>
                <a:ea typeface="MS PGothic" panose="020B0600070205080204" pitchFamily="34" charset="-128"/>
              </a:rPr>
              <a:t>Cumplimento </a:t>
            </a:r>
            <a:r>
              <a:rPr lang="es-ES_tradnl" altLang="en-US" sz="2800" dirty="0">
                <a:solidFill>
                  <a:srgbClr val="FFFFFF"/>
                </a:solidFill>
                <a:latin typeface="Avenir Book" panose="02000503020000020003"/>
                <a:ea typeface="MS PGothic" panose="020B0600070205080204" pitchFamily="34" charset="-128"/>
              </a:rPr>
              <a:t>(</a:t>
            </a:r>
            <a:r>
              <a:rPr lang="es-ES_tradnl" altLang="en-US" sz="2800" i="1" dirty="0" err="1">
                <a:solidFill>
                  <a:srgbClr val="FFFFFF"/>
                </a:solidFill>
                <a:latin typeface="Avenir Book" panose="02000503020000020003"/>
                <a:ea typeface="MS PGothic" panose="020B0600070205080204" pitchFamily="34" charset="-128"/>
              </a:rPr>
              <a:t>compliance</a:t>
            </a:r>
            <a:r>
              <a:rPr lang="es-ES_tradnl" altLang="en-US" sz="2800" dirty="0">
                <a:solidFill>
                  <a:srgbClr val="FFFFFF"/>
                </a:solidFill>
                <a:latin typeface="Avenir Book" panose="02000503020000020003"/>
                <a:ea typeface="MS PGothic" panose="020B0600070205080204" pitchFamily="34" charset="-128"/>
              </a:rPr>
              <a:t>) </a:t>
            </a:r>
            <a:endParaRPr lang="en-US" altLang="en-US" sz="2800" dirty="0">
              <a:solidFill>
                <a:srgbClr val="FFFFFF"/>
              </a:solidFill>
              <a:latin typeface="Avenir Book" panose="02000503020000020003"/>
              <a:ea typeface="MS PGothic" panose="020B0600070205080204" pitchFamily="34" charset="-128"/>
            </a:endParaRPr>
          </a:p>
          <a:p>
            <a:pPr marL="401638" indent="0">
              <a:spcBef>
                <a:spcPct val="0"/>
              </a:spcBef>
              <a:buFont typeface="Times" pitchFamily="2" charset="0"/>
              <a:buChar char="•"/>
              <a:defRPr/>
            </a:pPr>
            <a:r>
              <a:rPr lang="es-ES_tradnl" altLang="en-US" sz="2800" dirty="0">
                <a:solidFill>
                  <a:srgbClr val="FFFFFF"/>
                </a:solidFill>
                <a:latin typeface="Avenir Book" panose="02000503020000020003"/>
                <a:ea typeface="MS PGothic" panose="020B0600070205080204" pitchFamily="34" charset="-128"/>
              </a:rPr>
              <a:t>Designación de </a:t>
            </a:r>
            <a:r>
              <a:rPr lang="es-ES_tradnl" altLang="en-US" sz="2800" kern="1200" dirty="0">
                <a:solidFill>
                  <a:srgbClr val="8EB4E3"/>
                </a:solidFill>
                <a:latin typeface="Avenir Book" panose="02000503020000020003"/>
                <a:ea typeface="MS PGothic" panose="020B0600070205080204" pitchFamily="34" charset="-128"/>
              </a:rPr>
              <a:t>autoridades y funcionarios</a:t>
            </a:r>
            <a:endParaRPr lang="en-US" altLang="en-US" sz="2800" kern="1200" dirty="0">
              <a:solidFill>
                <a:srgbClr val="8EB4E3"/>
              </a:solidFill>
              <a:latin typeface="Avenir Book" panose="02000503020000020003"/>
              <a:ea typeface="MS PGothic" panose="020B0600070205080204" pitchFamily="34" charset="-128"/>
            </a:endParaRPr>
          </a:p>
          <a:p>
            <a:pPr marL="401638" indent="0">
              <a:spcBef>
                <a:spcPct val="0"/>
              </a:spcBef>
              <a:buFont typeface="Times" pitchFamily="2" charset="0"/>
              <a:buChar char="•"/>
              <a:defRPr/>
            </a:pPr>
            <a:r>
              <a:rPr lang="es-ES_tradnl" altLang="en-US" sz="2800" dirty="0">
                <a:solidFill>
                  <a:srgbClr val="FFFFFF"/>
                </a:solidFill>
                <a:latin typeface="Avenir Book" panose="02000503020000020003"/>
                <a:ea typeface="MS PGothic" panose="020B0600070205080204" pitchFamily="34" charset="-128"/>
              </a:rPr>
              <a:t>Diálogo, </a:t>
            </a:r>
            <a:r>
              <a:rPr lang="es-ES_tradnl" altLang="en-US" sz="2800" kern="1200" dirty="0">
                <a:solidFill>
                  <a:srgbClr val="8EB4E3"/>
                </a:solidFill>
                <a:latin typeface="Avenir Book" panose="02000503020000020003"/>
                <a:ea typeface="MS PGothic" panose="020B0600070205080204" pitchFamily="34" charset="-128"/>
              </a:rPr>
              <a:t>negociaciones</a:t>
            </a:r>
            <a:r>
              <a:rPr lang="es-ES_tradnl" altLang="en-US" sz="2800" dirty="0">
                <a:solidFill>
                  <a:srgbClr val="FFFFFF"/>
                </a:solidFill>
                <a:latin typeface="Avenir Book" panose="02000503020000020003"/>
                <a:ea typeface="MS PGothic" panose="020B0600070205080204" pitchFamily="34" charset="-128"/>
              </a:rPr>
              <a:t> y </a:t>
            </a:r>
            <a:r>
              <a:rPr lang="es-ES_tradnl" altLang="en-US" sz="2800" kern="1200" dirty="0">
                <a:solidFill>
                  <a:srgbClr val="8EB4E3"/>
                </a:solidFill>
                <a:latin typeface="Avenir Book" panose="02000503020000020003"/>
                <a:ea typeface="MS PGothic" panose="020B0600070205080204" pitchFamily="34" charset="-128"/>
              </a:rPr>
              <a:t>acuerdos</a:t>
            </a:r>
            <a:endParaRPr lang="en-US" altLang="en-US" sz="2800" kern="1200" dirty="0">
              <a:solidFill>
                <a:srgbClr val="8EB4E3"/>
              </a:solidFill>
              <a:latin typeface="Avenir Book" panose="02000503020000020003"/>
              <a:ea typeface="MS PGothic" panose="020B0600070205080204" pitchFamily="34" charset="-128"/>
            </a:endParaRPr>
          </a:p>
          <a:p>
            <a:pPr marL="401638" indent="0">
              <a:spcBef>
                <a:spcPct val="0"/>
              </a:spcBef>
              <a:buFont typeface="Times" pitchFamily="2" charset="0"/>
              <a:buChar char="•"/>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Fuerzas del orden y</a:t>
            </a:r>
            <a:r>
              <a:rPr lang="es-ES_tradnl" altLang="en-US" sz="2800" dirty="0">
                <a:solidFill>
                  <a:srgbClr val="558ED5"/>
                </a:solidFill>
                <a:latin typeface="Avenir Book" panose="02000503020000020003"/>
                <a:ea typeface="MS PGothic" panose="020B0600070205080204" pitchFamily="34" charset="-128"/>
              </a:rPr>
              <a:t> </a:t>
            </a:r>
            <a:r>
              <a:rPr lang="es-ES_tradnl" altLang="en-US" sz="2800" kern="1200" dirty="0">
                <a:solidFill>
                  <a:srgbClr val="8EB4E3"/>
                </a:solidFill>
                <a:latin typeface="Avenir Book" panose="02000503020000020003"/>
                <a:ea typeface="MS PGothic" panose="020B0600070205080204" pitchFamily="34" charset="-128"/>
              </a:rPr>
              <a:t>ejercicio legítimo del principio de autoridad</a:t>
            </a:r>
            <a:endParaRPr lang="en-US" altLang="en-US" sz="2800" kern="1200" dirty="0">
              <a:solidFill>
                <a:srgbClr val="8EB4E3"/>
              </a:solidFill>
              <a:latin typeface="Avenir Book" panose="02000503020000020003"/>
              <a:ea typeface="MS PGothic" panose="020B0600070205080204" pitchFamily="34" charset="-128"/>
            </a:endParaRPr>
          </a:p>
          <a:p>
            <a:pPr marL="401638" indent="0">
              <a:spcBef>
                <a:spcPct val="0"/>
              </a:spcBef>
              <a:buFont typeface="Times" pitchFamily="2" charset="0"/>
              <a:buChar char="•"/>
              <a:defRPr/>
            </a:pPr>
            <a:r>
              <a:rPr lang="es-ES_tradnl" altLang="en-US" sz="2800" dirty="0">
                <a:solidFill>
                  <a:srgbClr val="FFFFFF"/>
                </a:solidFill>
                <a:latin typeface="Avenir Book" panose="02000503020000020003"/>
                <a:ea typeface="MS PGothic" panose="020B0600070205080204" pitchFamily="34" charset="-128"/>
              </a:rPr>
              <a:t>Información y </a:t>
            </a:r>
            <a:r>
              <a:rPr lang="es-ES_tradnl" altLang="en-US" sz="2800" kern="1200" dirty="0">
                <a:solidFill>
                  <a:srgbClr val="8EB4E3"/>
                </a:solidFill>
                <a:latin typeface="Avenir Book" panose="02000503020000020003"/>
                <a:ea typeface="MS PGothic" panose="020B0600070205080204" pitchFamily="34" charset="-128"/>
              </a:rPr>
              <a:t>comunicación</a:t>
            </a:r>
            <a:r>
              <a:rPr lang="es-ES_tradnl" altLang="en-US" sz="2800" dirty="0">
                <a:solidFill>
                  <a:srgbClr val="558ED5"/>
                </a:solidFill>
                <a:latin typeface="Avenir Book" panose="02000503020000020003"/>
                <a:ea typeface="MS PGothic" panose="020B0600070205080204" pitchFamily="34" charset="-128"/>
              </a:rPr>
              <a:t> </a:t>
            </a:r>
          </a:p>
          <a:p>
            <a:pPr marL="401638" indent="0">
              <a:spcBef>
                <a:spcPct val="0"/>
              </a:spcBef>
              <a:buFont typeface="Times" pitchFamily="2" charset="0"/>
              <a:buChar char="•"/>
              <a:defRPr/>
            </a:pPr>
            <a:r>
              <a:rPr lang="es-ES_tradnl" altLang="en-US" sz="2800" kern="1200" dirty="0">
                <a:solidFill>
                  <a:srgbClr val="8EB4E3"/>
                </a:solidFill>
                <a:latin typeface="Avenir Book" panose="02000503020000020003"/>
                <a:ea typeface="MS PGothic" panose="020B0600070205080204" pitchFamily="34" charset="-128"/>
              </a:rPr>
              <a:t>Exhortación, prédica y propuestas</a:t>
            </a:r>
            <a:endParaRPr lang="en-US" altLang="en-US" sz="2800" kern="1200" dirty="0">
              <a:solidFill>
                <a:srgbClr val="8EB4E3"/>
              </a:solidFill>
              <a:latin typeface="Avenir Book" panose="02000503020000020003"/>
              <a:ea typeface="MS PGothic" panose="020B0600070205080204" pitchFamily="34" charset="-128"/>
            </a:endParaRPr>
          </a:p>
          <a:p>
            <a:pPr marL="401638" lvl="1" indent="0">
              <a:spcBef>
                <a:spcPct val="0"/>
              </a:spcBef>
              <a:buFont typeface="Times" pitchFamily="2" charset="0"/>
              <a:buChar char="•"/>
              <a:defRPr/>
            </a:pPr>
            <a:r>
              <a:rPr lang="es-ES_tradnl" altLang="en-US" dirty="0">
                <a:solidFill>
                  <a:srgbClr val="FFFFFF"/>
                </a:solidFill>
                <a:latin typeface="Avenir Book" panose="02000503020000020003"/>
                <a:ea typeface="MS PGothic" panose="020B0600070205080204" pitchFamily="34" charset="-128"/>
              </a:rPr>
              <a:t>Reputación y </a:t>
            </a:r>
            <a:r>
              <a:rPr lang="es-ES_tradnl" altLang="en-US" kern="1200" dirty="0">
                <a:solidFill>
                  <a:srgbClr val="8EB4E3"/>
                </a:solidFill>
                <a:latin typeface="Avenir Book" panose="02000503020000020003"/>
                <a:ea typeface="MS PGothic" panose="020B0600070205080204" pitchFamily="34" charset="-128"/>
              </a:rPr>
              <a:t>ejemplo de los líderes</a:t>
            </a:r>
          </a:p>
          <a:p>
            <a:pPr marL="179388" indent="0">
              <a:spcBef>
                <a:spcPct val="0"/>
              </a:spcBef>
              <a:buFont typeface="Times" pitchFamily="2" charset="0"/>
              <a:buChar char="•"/>
              <a:defRPr/>
            </a:pPr>
            <a:endParaRPr lang="es-ES_tradnl" altLang="en-US" sz="2400" dirty="0">
              <a:solidFill>
                <a:srgbClr val="FFFFFF"/>
              </a:solidFill>
              <a:latin typeface="Avenir Book" panose="02000503020000020003"/>
              <a:ea typeface="MS PGothic"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171">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171">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171">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171">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171">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171">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171">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171">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17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1CD7D0E-CA5E-FD48-A60D-813E2EF291DB}"/>
              </a:ext>
            </a:extLst>
          </p:cNvPr>
          <p:cNvSpPr>
            <a:spLocks noGrp="1" noChangeArrowheads="1"/>
          </p:cNvSpPr>
          <p:nvPr>
            <p:ph type="title"/>
          </p:nvPr>
        </p:nvSpPr>
        <p:spPr>
          <a:xfrm>
            <a:off x="0" y="0"/>
            <a:ext cx="9906000" cy="908050"/>
          </a:xfrm>
        </p:spPr>
        <p:txBody>
          <a:bodyPr rtlCol="0">
            <a:noAutofit/>
          </a:bodyPr>
          <a:lstStyle/>
          <a:p>
            <a:pPr eaLnBrk="1" hangingPunct="1">
              <a:defRPr/>
            </a:pPr>
            <a:r>
              <a:rPr lang="es-ES_tradnl" sz="3600" kern="1200" dirty="0">
                <a:solidFill>
                  <a:srgbClr val="8EB4E3"/>
                </a:solidFill>
                <a:latin typeface="Avenir Book"/>
                <a:ea typeface="MS PGothic" panose="020B0600070205080204" pitchFamily="34" charset="-128"/>
                <a:cs typeface="Avenir Book"/>
              </a:rPr>
              <a:t>Partido Morado: estrategia programática</a:t>
            </a:r>
            <a:endParaRPr lang="en-US" sz="3600" kern="1200" dirty="0">
              <a:solidFill>
                <a:srgbClr val="8EB4E3"/>
              </a:solidFill>
              <a:latin typeface="Avenir Book"/>
              <a:ea typeface="MS PGothic" panose="020B0600070205080204" pitchFamily="34" charset="-128"/>
              <a:cs typeface="Avenir Book"/>
            </a:endParaRPr>
          </a:p>
        </p:txBody>
      </p:sp>
      <p:sp>
        <p:nvSpPr>
          <p:cNvPr id="7171" name="Rectangle 3">
            <a:extLst>
              <a:ext uri="{FF2B5EF4-FFF2-40B4-BE49-F238E27FC236}">
                <a16:creationId xmlns:a16="http://schemas.microsoft.com/office/drawing/2014/main" id="{F3239D97-847F-9F41-9167-B577D71743E5}"/>
              </a:ext>
            </a:extLst>
          </p:cNvPr>
          <p:cNvSpPr>
            <a:spLocks noGrp="1" noChangeArrowheads="1"/>
          </p:cNvSpPr>
          <p:nvPr>
            <p:ph type="body" idx="1"/>
          </p:nvPr>
        </p:nvSpPr>
        <p:spPr>
          <a:xfrm>
            <a:off x="0" y="908050"/>
            <a:ext cx="9906000" cy="5949950"/>
          </a:xfrm>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pPr marL="179388" indent="0">
              <a:spcBef>
                <a:spcPct val="0"/>
              </a:spcBef>
              <a:buFontTx/>
              <a:buNone/>
              <a:defRPr/>
            </a:pPr>
            <a:r>
              <a:rPr lang="es-ES_tradnl" altLang="en-US" dirty="0">
                <a:solidFill>
                  <a:srgbClr val="FFFFFF"/>
                </a:solidFill>
                <a:latin typeface="Avenir Book" panose="02000503020000020003"/>
                <a:ea typeface="MS PGothic" panose="020B0600070205080204" pitchFamily="34" charset="-128"/>
              </a:rPr>
              <a:t>La estrategia programática y de gobierno del Partido Morado se organiza en base a:</a:t>
            </a:r>
          </a:p>
          <a:p>
            <a:pPr marL="366713" indent="-184150">
              <a:spcBef>
                <a:spcPct val="0"/>
              </a:spcBef>
              <a:buFont typeface="Times" pitchFamily="2" charset="0"/>
              <a:buChar char="•"/>
              <a:defRPr/>
            </a:pPr>
            <a:r>
              <a:rPr lang="es-ES" altLang="en-US" sz="3000" kern="1200" dirty="0">
                <a:solidFill>
                  <a:srgbClr val="8EB4E3"/>
                </a:solidFill>
                <a:latin typeface="Avenir Book" panose="02000503020000020003"/>
                <a:ea typeface="MS PGothic" panose="020B0600070205080204" pitchFamily="34" charset="-128"/>
              </a:rPr>
              <a:t>El plan nacional de desarrollo y los  planes</a:t>
            </a:r>
            <a:r>
              <a:rPr lang="es-ES_tradnl" altLang="en-US" sz="3000" kern="1200" dirty="0">
                <a:solidFill>
                  <a:srgbClr val="8EB4E3"/>
                </a:solidFill>
                <a:latin typeface="Avenir Book" panose="02000503020000020003"/>
                <a:ea typeface="MS PGothic" panose="020B0600070205080204" pitchFamily="34" charset="-128"/>
              </a:rPr>
              <a:t> de desarrollo regionales y locales </a:t>
            </a:r>
            <a:r>
              <a:rPr lang="es-ES_tradnl" altLang="en-US" sz="3000" dirty="0">
                <a:solidFill>
                  <a:srgbClr val="FFFFFF"/>
                </a:solidFill>
                <a:latin typeface="Avenir Book" panose="02000503020000020003"/>
                <a:ea typeface="MS PGothic" panose="020B0600070205080204" pitchFamily="34" charset="-128"/>
              </a:rPr>
              <a:t>(¿qué hacer?)</a:t>
            </a:r>
            <a:endParaRPr lang="en-US" altLang="en-US" sz="3000" dirty="0">
              <a:solidFill>
                <a:srgbClr val="FFFFFF"/>
              </a:solidFill>
              <a:latin typeface="Avenir Book" panose="02000503020000020003"/>
              <a:ea typeface="MS PGothic" panose="020B0600070205080204" pitchFamily="34" charset="-128"/>
            </a:endParaRPr>
          </a:p>
          <a:p>
            <a:pPr marL="366713" indent="-184150">
              <a:spcBef>
                <a:spcPct val="0"/>
              </a:spcBef>
              <a:buFont typeface="Times" pitchFamily="2" charset="0"/>
              <a:buChar char="•"/>
              <a:defRPr/>
            </a:pPr>
            <a:r>
              <a:rPr lang="es-ES" altLang="en-US" sz="3000" kern="1200" dirty="0">
                <a:solidFill>
                  <a:srgbClr val="8EB4E3"/>
                </a:solidFill>
                <a:latin typeface="Avenir Book" panose="02000503020000020003"/>
                <a:ea typeface="MS PGothic" panose="020B0600070205080204" pitchFamily="34" charset="-128"/>
              </a:rPr>
              <a:t>La estrategia programática: </a:t>
            </a:r>
            <a:r>
              <a:rPr lang="es-ES" altLang="en-US" sz="3000" dirty="0">
                <a:solidFill>
                  <a:srgbClr val="FFFFFF"/>
                </a:solidFill>
                <a:latin typeface="Avenir Book" panose="02000503020000020003"/>
                <a:ea typeface="MS PGothic" panose="020B0600070205080204" pitchFamily="34" charset="-128"/>
              </a:rPr>
              <a:t>conjuntos prioritarios de intervenciones y acción</a:t>
            </a:r>
            <a:endParaRPr lang="es-ES" altLang="en-US" sz="3000" dirty="0">
              <a:solidFill>
                <a:srgbClr val="0063E1"/>
              </a:solidFill>
              <a:latin typeface="Avenir Book" panose="02000503020000020003"/>
              <a:ea typeface="MS PGothic" panose="020B0600070205080204" pitchFamily="34" charset="-128"/>
            </a:endParaRPr>
          </a:p>
          <a:p>
            <a:pPr marL="366713" indent="-184150">
              <a:spcBef>
                <a:spcPct val="0"/>
              </a:spcBef>
              <a:buFont typeface="Times" pitchFamily="2" charset="0"/>
              <a:buChar char="•"/>
              <a:defRPr/>
            </a:pPr>
            <a:r>
              <a:rPr lang="es-ES" altLang="en-US" sz="3000" dirty="0">
                <a:solidFill>
                  <a:schemeClr val="bg2">
                    <a:lumMod val="20000"/>
                    <a:lumOff val="80000"/>
                  </a:schemeClr>
                </a:solidFill>
                <a:latin typeface="Avenir Book" panose="02000503020000020003"/>
                <a:ea typeface="MS PGothic" panose="020B0600070205080204" pitchFamily="34" charset="-128"/>
              </a:rPr>
              <a:t>Evitar el</a:t>
            </a:r>
            <a:r>
              <a:rPr lang="es-ES" altLang="en-US" sz="3000" dirty="0">
                <a:solidFill>
                  <a:srgbClr val="0063E1"/>
                </a:solidFill>
                <a:latin typeface="Avenir Book" panose="02000503020000020003"/>
                <a:ea typeface="MS PGothic" panose="020B0600070205080204" pitchFamily="34" charset="-128"/>
              </a:rPr>
              <a:t> </a:t>
            </a:r>
            <a:r>
              <a:rPr lang="es-ES" altLang="en-US" sz="3000" kern="1200" dirty="0">
                <a:solidFill>
                  <a:srgbClr val="8EB4E3"/>
                </a:solidFill>
                <a:latin typeface="Avenir Book" panose="02000503020000020003"/>
                <a:ea typeface="MS PGothic" panose="020B0600070205080204" pitchFamily="34" charset="-128"/>
              </a:rPr>
              <a:t>“hay que”, </a:t>
            </a:r>
            <a:r>
              <a:rPr lang="es-ES" altLang="en-US" sz="3000" dirty="0">
                <a:solidFill>
                  <a:schemeClr val="bg2">
                    <a:lumMod val="20000"/>
                    <a:lumOff val="80000"/>
                  </a:schemeClr>
                </a:solidFill>
                <a:latin typeface="Avenir Book" panose="02000503020000020003"/>
                <a:ea typeface="MS PGothic" panose="020B0600070205080204" pitchFamily="34" charset="-128"/>
              </a:rPr>
              <a:t>definir </a:t>
            </a:r>
            <a:r>
              <a:rPr lang="es-ES" altLang="en-US" sz="3000" dirty="0">
                <a:solidFill>
                  <a:srgbClr val="FFFFFF"/>
                </a:solidFill>
                <a:latin typeface="Avenir Book" panose="02000503020000020003"/>
                <a:ea typeface="MS PGothic" panose="020B0600070205080204" pitchFamily="34" charset="-128"/>
              </a:rPr>
              <a:t>¿Cómo? ¿cuándo? ¿con quién? ¿con qué? ¿quién apoya? ¿quién se opone?</a:t>
            </a:r>
            <a:endParaRPr lang="en-US" altLang="en-US" sz="3000" dirty="0">
              <a:solidFill>
                <a:srgbClr val="FFFFFF"/>
              </a:solidFill>
              <a:latin typeface="Avenir Book" panose="02000503020000020003"/>
              <a:ea typeface="MS PGothic" panose="020B0600070205080204" pitchFamily="34" charset="-128"/>
            </a:endParaRPr>
          </a:p>
          <a:p>
            <a:pPr marL="366713" indent="-184150">
              <a:spcBef>
                <a:spcPct val="0"/>
              </a:spcBef>
              <a:buFont typeface="Times" pitchFamily="2" charset="0"/>
              <a:buChar char="•"/>
              <a:defRPr/>
            </a:pPr>
            <a:r>
              <a:rPr lang="es-ES" altLang="en-US" sz="3000" dirty="0">
                <a:solidFill>
                  <a:schemeClr val="bg2">
                    <a:lumMod val="20000"/>
                    <a:lumOff val="80000"/>
                  </a:schemeClr>
                </a:solidFill>
                <a:latin typeface="Avenir Book" panose="02000503020000020003"/>
                <a:ea typeface="MS PGothic" panose="020B0600070205080204" pitchFamily="34" charset="-128"/>
              </a:rPr>
              <a:t>Mantener </a:t>
            </a:r>
            <a:r>
              <a:rPr lang="es-ES" altLang="en-US" sz="3000" kern="1200" dirty="0">
                <a:solidFill>
                  <a:srgbClr val="8EB4E3"/>
                </a:solidFill>
                <a:latin typeface="Avenir Book" panose="02000503020000020003"/>
                <a:ea typeface="MS PGothic" panose="020B0600070205080204" pitchFamily="34" charset="-128"/>
              </a:rPr>
              <a:t>permanente comunicación y consulta a la ciudadanía </a:t>
            </a:r>
            <a:r>
              <a:rPr lang="es-ES" altLang="en-US" sz="3000" dirty="0">
                <a:solidFill>
                  <a:srgbClr val="FFFFFF"/>
                </a:solidFill>
                <a:latin typeface="Avenir Book" panose="02000503020000020003"/>
                <a:ea typeface="MS PGothic" panose="020B0600070205080204" pitchFamily="34" charset="-128"/>
              </a:rPr>
              <a:t>(¿explicar para quién y por qué?)</a:t>
            </a:r>
            <a:endParaRPr lang="en-US" altLang="en-US" sz="3000" dirty="0">
              <a:solidFill>
                <a:srgbClr val="FFFFFF"/>
              </a:solidFill>
              <a:latin typeface="Avenir Book" panose="02000503020000020003"/>
              <a:ea typeface="MS PGothic" panose="020B0600070205080204" pitchFamily="34" charset="-128"/>
            </a:endParaRPr>
          </a:p>
          <a:p>
            <a:pPr marL="366713" indent="-184150">
              <a:spcBef>
                <a:spcPct val="0"/>
              </a:spcBef>
              <a:buFont typeface="Times" pitchFamily="2" charset="0"/>
              <a:buChar char="•"/>
              <a:defRPr/>
            </a:pPr>
            <a:r>
              <a:rPr lang="es-ES_tradnl" altLang="en-US" sz="3000" kern="1200" dirty="0">
                <a:solidFill>
                  <a:srgbClr val="8EB4E3"/>
                </a:solidFill>
                <a:latin typeface="Avenir Book" panose="02000503020000020003"/>
                <a:ea typeface="MS PGothic" panose="020B0600070205080204" pitchFamily="34" charset="-128"/>
              </a:rPr>
              <a:t>Formar</a:t>
            </a:r>
            <a:r>
              <a:rPr lang="es-ES_tradnl" altLang="en-US" sz="3000" dirty="0">
                <a:solidFill>
                  <a:srgbClr val="FFFFFF"/>
                </a:solidFill>
                <a:latin typeface="Avenir Book" panose="02000503020000020003"/>
                <a:ea typeface="MS PGothic" panose="020B0600070205080204" pitchFamily="34" charset="-128"/>
              </a:rPr>
              <a:t> equipos técnicos y cuadros de funcionarios</a:t>
            </a:r>
          </a:p>
          <a:p>
            <a:pPr marL="366713" indent="-184150">
              <a:spcBef>
                <a:spcPct val="0"/>
              </a:spcBef>
              <a:buFont typeface="Times" pitchFamily="2" charset="0"/>
              <a:buChar char="•"/>
              <a:defRPr/>
            </a:pPr>
            <a:r>
              <a:rPr lang="es-ES_tradnl" altLang="en-US" sz="3000" kern="1200" dirty="0">
                <a:solidFill>
                  <a:srgbClr val="8EB4E3"/>
                </a:solidFill>
                <a:latin typeface="Avenir Book" panose="02000503020000020003"/>
                <a:ea typeface="MS PGothic" panose="020B0600070205080204" pitchFamily="34" charset="-128"/>
              </a:rPr>
              <a:t>Movilizar</a:t>
            </a:r>
            <a:r>
              <a:rPr lang="es-ES_tradnl" altLang="en-US" dirty="0">
                <a:solidFill>
                  <a:srgbClr val="FFFFFF"/>
                </a:solidFill>
                <a:latin typeface="Avenir Book" panose="02000503020000020003"/>
                <a:ea typeface="MS PGothic" panose="020B0600070205080204" pitchFamily="34" charset="-128"/>
              </a:rPr>
              <a:t> el apoyo ciudadano</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E30C3DCE-051F-4049-AADC-D22F32392E60}"/>
              </a:ext>
            </a:extLst>
          </p:cNvPr>
          <p:cNvSpPr>
            <a:spLocks noGrp="1" noChangeArrowheads="1"/>
          </p:cNvSpPr>
          <p:nvPr>
            <p:ph type="title"/>
          </p:nvPr>
        </p:nvSpPr>
        <p:spPr>
          <a:xfrm>
            <a:off x="0" y="22225"/>
            <a:ext cx="9906000" cy="871538"/>
          </a:xfrm>
        </p:spPr>
        <p:txBody>
          <a:bodyPr>
            <a:noAutofit/>
          </a:bodyPr>
          <a:lstStyle/>
          <a:p>
            <a:pPr>
              <a:defRPr/>
            </a:pPr>
            <a:r>
              <a:rPr lang="es-ES_tradnl" sz="3600" kern="1200" dirty="0">
                <a:solidFill>
                  <a:srgbClr val="8EB4E3"/>
                </a:solidFill>
                <a:latin typeface="Avenir Book"/>
                <a:ea typeface="MS PGothic" panose="020B0600070205080204" pitchFamily="34" charset="-128"/>
                <a:cs typeface="Avenir Book"/>
              </a:rPr>
              <a:t>Conjuntos programáticos (1)</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
        <p:nvSpPr>
          <p:cNvPr id="163843" name="Rectangle 3">
            <a:extLst>
              <a:ext uri="{FF2B5EF4-FFF2-40B4-BE49-F238E27FC236}">
                <a16:creationId xmlns:a16="http://schemas.microsoft.com/office/drawing/2014/main" id="{FC85C33E-E154-3947-94D9-C275B64ED9F6}"/>
              </a:ext>
            </a:extLst>
          </p:cNvPr>
          <p:cNvSpPr>
            <a:spLocks noGrp="1" noChangeArrowheads="1"/>
          </p:cNvSpPr>
          <p:nvPr>
            <p:ph type="body" idx="1"/>
          </p:nvPr>
        </p:nvSpPr>
        <p:spPr>
          <a:xfrm>
            <a:off x="0" y="893763"/>
            <a:ext cx="9906000" cy="5964237"/>
          </a:xfrm>
        </p:spPr>
        <p:txBody>
          <a:bodyPr/>
          <a:lstStyle/>
          <a:p>
            <a:pPr marL="0" indent="0">
              <a:spcBef>
                <a:spcPct val="0"/>
              </a:spcBef>
              <a:buClr>
                <a:schemeClr val="tx1"/>
              </a:buClr>
              <a:buFontTx/>
              <a:buNone/>
              <a:defRPr/>
            </a:pPr>
            <a:r>
              <a:rPr lang="es-ES_tradnl" altLang="en-US" kern="1200" dirty="0">
                <a:solidFill>
                  <a:srgbClr val="8EB4E3"/>
                </a:solidFill>
                <a:latin typeface="Avenir Book" panose="02000503020000020003"/>
                <a:ea typeface="MS PGothic" panose="020B0600070205080204" pitchFamily="34" charset="-128"/>
              </a:rPr>
              <a:t>Seguridad ciudadana y personal</a:t>
            </a:r>
          </a:p>
          <a:p>
            <a:pPr marL="536575" indent="-330200">
              <a:spcBef>
                <a:spcPct val="0"/>
              </a:spcBef>
              <a:defRPr/>
            </a:pPr>
            <a:r>
              <a:rPr lang="es-ES_tradnl" altLang="en-US" sz="2800" dirty="0">
                <a:solidFill>
                  <a:srgbClr val="FF0000"/>
                </a:solidFill>
                <a:latin typeface="Avenir Book" panose="02000503020000020003"/>
                <a:ea typeface="MS PGothic" panose="020B0600070205080204" pitchFamily="34" charset="-128"/>
              </a:rPr>
              <a:t>Seguridad integral</a:t>
            </a:r>
            <a:r>
              <a:rPr lang="es-ES_tradnl" altLang="en-US" sz="2800" dirty="0">
                <a:solidFill>
                  <a:schemeClr val="accent5">
                    <a:lumMod val="20000"/>
                    <a:lumOff val="80000"/>
                  </a:schemeClr>
                </a:solidFill>
                <a:latin typeface="Avenir Book" panose="02000503020000020003"/>
                <a:ea typeface="MS PGothic" panose="020B0600070205080204" pitchFamily="34" charset="-128"/>
              </a:rPr>
              <a:t> como un bien público prioritario</a:t>
            </a:r>
          </a:p>
          <a:p>
            <a:pPr marL="536575" indent="-330200">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Reducción de crímenes violentos y delincuencia (homicidios, sicarios, asaltos, robos, extorsiones, secuestros, etc.)</a:t>
            </a:r>
          </a:p>
          <a:p>
            <a:pPr marL="536575" indent="-330200">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Reestructuración y fortalecimiento de la policía nacional; coordinación con el serenazgo y la sociedad civil</a:t>
            </a:r>
          </a:p>
          <a:p>
            <a:pPr marL="536575" indent="-330200">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Lucha contra la producción, distribución y consumo de drogas; programas de prevención y rehabilitación</a:t>
            </a:r>
          </a:p>
          <a:p>
            <a:pPr marL="536575" indent="-330200">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Seguridad personal y derechos humanos; desterrar violencia doméstica, eliminar feminicidios, proteger a la niñez</a:t>
            </a:r>
          </a:p>
          <a:p>
            <a:pPr marL="536575" indent="-330200">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Anticipación de eventos naturales, prevención de desastres y refuerzo de la defensa civil </a:t>
            </a:r>
          </a:p>
          <a:p>
            <a:pPr marL="536575" indent="-330200">
              <a:spcBef>
                <a:spcPct val="0"/>
              </a:spcBef>
              <a:defRPr/>
            </a:pPr>
            <a:endParaRPr lang="es-ES_tradnl" altLang="en-US" sz="2800" dirty="0">
              <a:solidFill>
                <a:schemeClr val="accent5">
                  <a:lumMod val="20000"/>
                  <a:lumOff val="80000"/>
                </a:schemeClr>
              </a:solidFill>
              <a:latin typeface="Avenir Book" panose="02000503020000020003"/>
              <a:ea typeface="MS PGothic" panose="020B0600070205080204" pitchFamily="34" charset="-128"/>
            </a:endParaRPr>
          </a:p>
          <a:p>
            <a:pPr marL="536575" indent="-330200">
              <a:spcBef>
                <a:spcPct val="0"/>
              </a:spcBef>
              <a:defRPr/>
            </a:pPr>
            <a:endParaRPr lang="es-ES_tradnl" altLang="en-US" sz="2800" dirty="0">
              <a:solidFill>
                <a:schemeClr val="accent5">
                  <a:lumMod val="20000"/>
                  <a:lumOff val="80000"/>
                </a:schemeClr>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n-US"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n-US"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ja-JP"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ja-JP"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ja-JP" dirty="0">
              <a:solidFill>
                <a:srgbClr val="558ED5"/>
              </a:solidFill>
              <a:latin typeface="Avenir Book" panose="02000503020000020003"/>
              <a:ea typeface="MS PGothic"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4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4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4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E6434589-C332-5248-9F0E-F78E9ADAB12B}"/>
              </a:ext>
            </a:extLst>
          </p:cNvPr>
          <p:cNvSpPr>
            <a:spLocks noGrp="1" noChangeArrowheads="1"/>
          </p:cNvSpPr>
          <p:nvPr>
            <p:ph type="title"/>
          </p:nvPr>
        </p:nvSpPr>
        <p:spPr>
          <a:xfrm>
            <a:off x="0" y="22225"/>
            <a:ext cx="9906000" cy="871538"/>
          </a:xfrm>
        </p:spPr>
        <p:txBody>
          <a:bodyPr>
            <a:noAutofit/>
          </a:bodyPr>
          <a:lstStyle/>
          <a:p>
            <a:pPr>
              <a:defRPr/>
            </a:pPr>
            <a:r>
              <a:rPr lang="es-ES_tradnl" sz="3600" kern="1200" dirty="0">
                <a:solidFill>
                  <a:srgbClr val="8EB4E3"/>
                </a:solidFill>
                <a:latin typeface="Avenir Book"/>
                <a:ea typeface="MS PGothic" panose="020B0600070205080204" pitchFamily="34" charset="-128"/>
                <a:cs typeface="Avenir Book"/>
              </a:rPr>
              <a:t>Conjuntos programáticos (2)</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
        <p:nvSpPr>
          <p:cNvPr id="163843" name="Rectangle 3">
            <a:extLst>
              <a:ext uri="{FF2B5EF4-FFF2-40B4-BE49-F238E27FC236}">
                <a16:creationId xmlns:a16="http://schemas.microsoft.com/office/drawing/2014/main" id="{F4EAE206-B7FF-CB41-A574-F6BA707925B7}"/>
              </a:ext>
            </a:extLst>
          </p:cNvPr>
          <p:cNvSpPr>
            <a:spLocks noGrp="1" noChangeArrowheads="1"/>
          </p:cNvSpPr>
          <p:nvPr>
            <p:ph type="body" idx="1"/>
          </p:nvPr>
        </p:nvSpPr>
        <p:spPr>
          <a:xfrm>
            <a:off x="0" y="765175"/>
            <a:ext cx="9906000" cy="6070600"/>
          </a:xfrm>
        </p:spPr>
        <p:txBody>
          <a:bodyPr/>
          <a:lstStyle/>
          <a:p>
            <a:pPr marL="0" indent="0">
              <a:spcBef>
                <a:spcPct val="0"/>
              </a:spcBef>
              <a:buClr>
                <a:schemeClr val="tx1"/>
              </a:buClr>
              <a:buFontTx/>
              <a:buNone/>
              <a:defRPr/>
            </a:pPr>
            <a:r>
              <a:rPr lang="es-ES_tradnl" altLang="ja-JP" kern="1200" dirty="0">
                <a:solidFill>
                  <a:srgbClr val="8EB4E3"/>
                </a:solidFill>
                <a:latin typeface="Avenir Book" panose="02000503020000020003"/>
                <a:ea typeface="MS PGothic" panose="020B0600070205080204" pitchFamily="34" charset="-128"/>
              </a:rPr>
              <a:t>Desarrollo del talento y el conocimiento</a:t>
            </a:r>
          </a:p>
          <a:p>
            <a:pPr>
              <a:spcBef>
                <a:spcPct val="0"/>
              </a:spcBef>
              <a:defRPr/>
            </a:pPr>
            <a:r>
              <a:rPr lang="es-ES_tradnl" altLang="ja-JP" sz="2800" dirty="0">
                <a:solidFill>
                  <a:srgbClr val="FFFFFF"/>
                </a:solidFill>
                <a:latin typeface="Avenir Book" panose="02000503020000020003"/>
                <a:ea typeface="MS PGothic" panose="020B0600070205080204" pitchFamily="34" charset="-128"/>
              </a:rPr>
              <a:t>Cuidado desde el vientre de la madre, nutrición, salud estimulación temprana: cuidar el talento del futuro</a:t>
            </a:r>
          </a:p>
          <a:p>
            <a:pPr>
              <a:spcBef>
                <a:spcPct val="0"/>
              </a:spcBef>
              <a:defRPr/>
            </a:pPr>
            <a:r>
              <a:rPr lang="es-ES_tradnl" altLang="ja-JP" sz="2800" dirty="0">
                <a:solidFill>
                  <a:srgbClr val="FFFFFF"/>
                </a:solidFill>
                <a:latin typeface="Avenir Book" panose="02000503020000020003"/>
                <a:ea typeface="MS PGothic" panose="020B0600070205080204" pitchFamily="34" charset="-128"/>
              </a:rPr>
              <a:t>Formación de profesores, escuelas normales e institutos pedagógicos</a:t>
            </a:r>
          </a:p>
          <a:p>
            <a:pPr>
              <a:spcBef>
                <a:spcPct val="0"/>
              </a:spcBef>
              <a:defRPr/>
            </a:pPr>
            <a:r>
              <a:rPr lang="es-ES_tradnl" altLang="ja-JP" sz="2800" dirty="0">
                <a:solidFill>
                  <a:srgbClr val="FFFFFF"/>
                </a:solidFill>
                <a:latin typeface="Avenir Book" panose="02000503020000020003"/>
                <a:ea typeface="MS PGothic" panose="020B0600070205080204" pitchFamily="34" charset="-128"/>
              </a:rPr>
              <a:t>Reforma de la educación escolar primaria, secundaria y técnica</a:t>
            </a:r>
          </a:p>
          <a:p>
            <a:pPr>
              <a:spcBef>
                <a:spcPct val="0"/>
              </a:spcBef>
              <a:defRPr/>
            </a:pPr>
            <a:r>
              <a:rPr lang="es-ES_tradnl" altLang="ja-JP" sz="2800" dirty="0">
                <a:solidFill>
                  <a:srgbClr val="FFFFFF"/>
                </a:solidFill>
                <a:latin typeface="Avenir Book" panose="02000503020000020003"/>
                <a:ea typeface="MS PGothic" panose="020B0600070205080204" pitchFamily="34" charset="-128"/>
              </a:rPr>
              <a:t>Refuerzo de las universidades públicas; énfasis en posgrados y formación de investigadores</a:t>
            </a:r>
          </a:p>
          <a:p>
            <a:pPr>
              <a:spcBef>
                <a:spcPct val="0"/>
              </a:spcBef>
              <a:defRPr/>
            </a:pPr>
            <a:r>
              <a:rPr lang="es-ES_tradnl" altLang="ja-JP" sz="2800" dirty="0">
                <a:solidFill>
                  <a:srgbClr val="FFFFFF"/>
                </a:solidFill>
                <a:latin typeface="Avenir Book" panose="02000503020000020003"/>
                <a:ea typeface="MS PGothic" panose="020B0600070205080204" pitchFamily="34" charset="-128"/>
              </a:rPr>
              <a:t>Reorganización de los institutos públicos de investigación</a:t>
            </a:r>
          </a:p>
          <a:p>
            <a:pPr>
              <a:spcBef>
                <a:spcPct val="0"/>
              </a:spcBef>
              <a:defRPr/>
            </a:pPr>
            <a:r>
              <a:rPr lang="es-ES_tradnl" altLang="ja-JP" sz="2800" dirty="0">
                <a:solidFill>
                  <a:srgbClr val="FFFFFF"/>
                </a:solidFill>
                <a:latin typeface="Avenir Book" panose="02000503020000020003"/>
                <a:ea typeface="MS PGothic" panose="020B0600070205080204" pitchFamily="34" charset="-128"/>
              </a:rPr>
              <a:t>Promoción y financiamiento de la investigación científica, el desarrollo tecnológico y la innovación</a:t>
            </a:r>
          </a:p>
          <a:p>
            <a:pPr>
              <a:spcBef>
                <a:spcPct val="0"/>
              </a:spcBef>
              <a:defRPr/>
            </a:pPr>
            <a:r>
              <a:rPr lang="es-ES_tradnl" altLang="en-US" sz="2800" dirty="0">
                <a:solidFill>
                  <a:srgbClr val="FFFFFF"/>
                </a:solidFill>
                <a:latin typeface="Avenir Book" panose="02000503020000020003"/>
                <a:ea typeface="MS PGothic" panose="020B0600070205080204" pitchFamily="34" charset="-128"/>
              </a:rPr>
              <a:t>Colaboración interinstitucional: entidades públicas, privadas, sociedad civil, y academia</a:t>
            </a:r>
          </a:p>
          <a:p>
            <a:pPr>
              <a:spcBef>
                <a:spcPct val="0"/>
              </a:spcBef>
              <a:defRPr/>
            </a:pPr>
            <a:endParaRPr lang="es-ES_tradnl" altLang="ja-JP" sz="2800" dirty="0">
              <a:solidFill>
                <a:srgbClr val="FFFFFF"/>
              </a:solidFill>
              <a:latin typeface="Avenir Book" panose="02000503020000020003"/>
              <a:ea typeface="MS PGothic" panose="020B0600070205080204" pitchFamily="34" charset="-128"/>
            </a:endParaRPr>
          </a:p>
          <a:p>
            <a:pPr lvl="1">
              <a:spcBef>
                <a:spcPct val="0"/>
              </a:spcBef>
              <a:buClr>
                <a:schemeClr val="tx1"/>
              </a:buClr>
              <a:defRPr/>
            </a:pPr>
            <a:endParaRPr lang="es-ES_tradnl" altLang="ja-JP" dirty="0">
              <a:latin typeface="Avenir Book" panose="02000503020000020003"/>
              <a:ea typeface="MS PGothic"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4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4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4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4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9782CF6C-42FB-4B49-9E67-26FB67BC3A52}"/>
              </a:ext>
            </a:extLst>
          </p:cNvPr>
          <p:cNvSpPr>
            <a:spLocks noGrp="1" noChangeArrowheads="1"/>
          </p:cNvSpPr>
          <p:nvPr>
            <p:ph type="title"/>
          </p:nvPr>
        </p:nvSpPr>
        <p:spPr>
          <a:xfrm>
            <a:off x="0" y="22225"/>
            <a:ext cx="9906000" cy="871538"/>
          </a:xfrm>
        </p:spPr>
        <p:txBody>
          <a:bodyPr>
            <a:noAutofit/>
          </a:bodyPr>
          <a:lstStyle/>
          <a:p>
            <a:pPr>
              <a:defRPr/>
            </a:pPr>
            <a:r>
              <a:rPr lang="es-ES_tradnl" sz="3600" kern="1200" dirty="0">
                <a:solidFill>
                  <a:srgbClr val="8EB4E3"/>
                </a:solidFill>
                <a:latin typeface="Avenir Book"/>
                <a:ea typeface="MS PGothic" panose="020B0600070205080204" pitchFamily="34" charset="-128"/>
                <a:cs typeface="Avenir Book"/>
              </a:rPr>
              <a:t>Conjuntos programáticos (3)</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
        <p:nvSpPr>
          <p:cNvPr id="163843" name="Rectangle 3">
            <a:extLst>
              <a:ext uri="{FF2B5EF4-FFF2-40B4-BE49-F238E27FC236}">
                <a16:creationId xmlns:a16="http://schemas.microsoft.com/office/drawing/2014/main" id="{0E6CB0E3-10BE-D546-AF30-1B6D6540C5A5}"/>
              </a:ext>
            </a:extLst>
          </p:cNvPr>
          <p:cNvSpPr>
            <a:spLocks noGrp="1" noChangeArrowheads="1"/>
          </p:cNvSpPr>
          <p:nvPr>
            <p:ph type="body" idx="1"/>
          </p:nvPr>
        </p:nvSpPr>
        <p:spPr>
          <a:xfrm>
            <a:off x="0" y="692150"/>
            <a:ext cx="9906000" cy="6165850"/>
          </a:xfrm>
        </p:spPr>
        <p:txBody>
          <a:bodyPr/>
          <a:lstStyle/>
          <a:p>
            <a:pPr marL="0" indent="0">
              <a:spcBef>
                <a:spcPct val="0"/>
              </a:spcBef>
              <a:buClr>
                <a:schemeClr val="tx1"/>
              </a:buClr>
              <a:buFontTx/>
              <a:buNone/>
              <a:defRPr/>
            </a:pPr>
            <a:r>
              <a:rPr lang="es-ES_tradnl" altLang="en-US" kern="1200" dirty="0">
                <a:solidFill>
                  <a:srgbClr val="8EB4E3"/>
                </a:solidFill>
                <a:latin typeface="Avenir Book" panose="02000503020000020003"/>
                <a:ea typeface="MS PGothic" panose="020B0600070205080204" pitchFamily="34" charset="-128"/>
              </a:rPr>
              <a:t>Uso efectivo del territorio y de la diversidad de diversidades</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Ordenamiento territorial; uso adecuado del territorio</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Conocimiento, conservación y sustentable de recursos naturales; inventario y análisis de todo tipo de concesiones para racionalizar su explotación</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Protección del medio ambiente; gestión de pasivos ambientales y desechos</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Adaptación y mitigación de los efectos del cambio climático</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Prevención y resolución de conflictos territoriales y ambientales; manejo de expectativas y concertación</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Prevención y capacidad de respuesta a los eventos naturales y desastres humanos</a:t>
            </a:r>
          </a:p>
          <a:p>
            <a:pPr marL="0" indent="0">
              <a:spcBef>
                <a:spcPct val="0"/>
              </a:spcBef>
              <a:buClr>
                <a:schemeClr val="tx1"/>
              </a:buClr>
              <a:buFontTx/>
              <a:buNone/>
              <a:defRPr/>
            </a:pP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r>
              <a:rPr lang="es-ES_tradnl" altLang="en-US" dirty="0">
                <a:solidFill>
                  <a:srgbClr val="558ED5"/>
                </a:solidFill>
                <a:latin typeface="Avenir Book" panose="02000503020000020003"/>
                <a:ea typeface="MS PGothic" panose="020B0600070205080204" pitchFamily="34" charset="-128"/>
              </a:rPr>
              <a:t>Vida digna y de calidad</a:t>
            </a:r>
            <a:endParaRPr lang="en-US"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r>
              <a:rPr lang="es-ES_tradnl" altLang="en-US" dirty="0">
                <a:solidFill>
                  <a:srgbClr val="558ED5"/>
                </a:solidFill>
                <a:latin typeface="Avenir Book" panose="02000503020000020003"/>
                <a:ea typeface="MS PGothic" panose="020B0600070205080204" pitchFamily="34" charset="-128"/>
              </a:rPr>
              <a:t>5. Justicia, honestidad y lucha anticorrupción </a:t>
            </a:r>
            <a:endParaRPr lang="en-US"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n-US"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ja-JP" i="1" dirty="0">
              <a:solidFill>
                <a:srgbClr val="558ED5"/>
              </a:solidFill>
              <a:latin typeface="Avenir Book" panose="02000503020000020003"/>
              <a:ea typeface="MS PGothic" panose="020B0600070205080204" pitchFamily="34" charset="-128"/>
            </a:endParaRPr>
          </a:p>
          <a:p>
            <a:pPr lvl="1">
              <a:spcBef>
                <a:spcPct val="0"/>
              </a:spcBef>
              <a:buClr>
                <a:schemeClr val="tx1"/>
              </a:buClr>
              <a:defRPr/>
            </a:pPr>
            <a:endParaRPr lang="es-ES_tradnl" altLang="ja-JP" dirty="0">
              <a:latin typeface="Avenir Book" panose="02000503020000020003"/>
              <a:ea typeface="MS PGothic" panose="020B0600070205080204" pitchFamily="34" charset="-128"/>
            </a:endParaRPr>
          </a:p>
          <a:p>
            <a:pPr lvl="1">
              <a:spcBef>
                <a:spcPct val="0"/>
              </a:spcBef>
              <a:buClr>
                <a:schemeClr val="tx1"/>
              </a:buClr>
              <a:defRPr/>
            </a:pPr>
            <a:endParaRPr lang="es-ES_tradnl" altLang="ja-JP" dirty="0">
              <a:latin typeface="Avenir Book" panose="02000503020000020003"/>
              <a:ea typeface="MS PGothic"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4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4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4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9782CF6C-42FB-4B49-9E67-26FB67BC3A52}"/>
              </a:ext>
            </a:extLst>
          </p:cNvPr>
          <p:cNvSpPr>
            <a:spLocks noGrp="1" noChangeArrowheads="1"/>
          </p:cNvSpPr>
          <p:nvPr>
            <p:ph type="title"/>
          </p:nvPr>
        </p:nvSpPr>
        <p:spPr>
          <a:xfrm>
            <a:off x="0" y="22225"/>
            <a:ext cx="9906000" cy="871538"/>
          </a:xfrm>
        </p:spPr>
        <p:txBody>
          <a:bodyPr>
            <a:noAutofit/>
          </a:bodyPr>
          <a:lstStyle/>
          <a:p>
            <a:pPr>
              <a:defRPr/>
            </a:pPr>
            <a:r>
              <a:rPr lang="es-ES_tradnl" sz="3600" kern="1200" dirty="0">
                <a:solidFill>
                  <a:srgbClr val="8EB4E3"/>
                </a:solidFill>
                <a:latin typeface="Avenir Book"/>
                <a:ea typeface="MS PGothic" panose="020B0600070205080204" pitchFamily="34" charset="-128"/>
                <a:cs typeface="Avenir Book"/>
              </a:rPr>
              <a:t>Conjuntos programáticos (4)</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
        <p:nvSpPr>
          <p:cNvPr id="163843" name="Rectangle 3">
            <a:extLst>
              <a:ext uri="{FF2B5EF4-FFF2-40B4-BE49-F238E27FC236}">
                <a16:creationId xmlns:a16="http://schemas.microsoft.com/office/drawing/2014/main" id="{0E6CB0E3-10BE-D546-AF30-1B6D6540C5A5}"/>
              </a:ext>
            </a:extLst>
          </p:cNvPr>
          <p:cNvSpPr>
            <a:spLocks noGrp="1" noChangeArrowheads="1"/>
          </p:cNvSpPr>
          <p:nvPr>
            <p:ph type="body" idx="1"/>
          </p:nvPr>
        </p:nvSpPr>
        <p:spPr>
          <a:xfrm>
            <a:off x="0" y="893763"/>
            <a:ext cx="9906000" cy="5942011"/>
          </a:xfrm>
        </p:spPr>
        <p:txBody>
          <a:bodyPr/>
          <a:lstStyle/>
          <a:p>
            <a:pPr marL="0" indent="0">
              <a:spcBef>
                <a:spcPct val="0"/>
              </a:spcBef>
              <a:buClr>
                <a:schemeClr val="tx1"/>
              </a:buClr>
              <a:buFontTx/>
              <a:buNone/>
              <a:defRPr/>
            </a:pPr>
            <a:r>
              <a:rPr lang="es-ES_tradnl" altLang="en-US" kern="1200" dirty="0">
                <a:solidFill>
                  <a:srgbClr val="8EB4E3"/>
                </a:solidFill>
                <a:latin typeface="Avenir Book" panose="02000503020000020003"/>
                <a:ea typeface="MS PGothic" panose="020B0600070205080204" pitchFamily="34" charset="-128"/>
              </a:rPr>
              <a:t>Transformación de la producción, los servicios  y la infraestructura</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Diversificación de las actividades productivas: agricultura, industria, pesca, biodiversidad, minería, construcción, turismo, hidrocarburos, industrias creativas</a:t>
            </a:r>
          </a:p>
          <a:p>
            <a:pPr marL="538163" indent="-249238">
              <a:spcBef>
                <a:spcPct val="0"/>
              </a:spcBef>
              <a:tabLst>
                <a:tab pos="1549400" algn="l"/>
              </a:tabLst>
              <a:defRPr/>
            </a:pPr>
            <a:r>
              <a:rPr lang="es-ES_tradnl" altLang="en-US" sz="2800" dirty="0">
                <a:solidFill>
                  <a:srgbClr val="FFFFFF"/>
                </a:solidFill>
                <a:latin typeface="Avenir Book" panose="02000503020000020003"/>
                <a:ea typeface="MS PGothic" panose="020B0600070205080204" pitchFamily="34" charset="-128"/>
              </a:rPr>
              <a:t>Vinculación del conocimiento y la diversidad de diversidades: “economía del conocimiento natural” para aprovechar nuestros recursos</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Cambios en la matriz energética: generación, distribución y consumo</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Infraestructura de transportes: terrestre, aéreo, marítimo; caso especial de las zonas urbanas</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Infraestructura de telecomunicaciones, Internet para todos</a:t>
            </a: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n-US"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ja-JP" i="1" dirty="0">
              <a:solidFill>
                <a:srgbClr val="558ED5"/>
              </a:solidFill>
              <a:latin typeface="Avenir Book" panose="02000503020000020003"/>
              <a:ea typeface="MS PGothic" panose="020B0600070205080204" pitchFamily="34" charset="-128"/>
            </a:endParaRPr>
          </a:p>
          <a:p>
            <a:pPr lvl="1">
              <a:spcBef>
                <a:spcPct val="0"/>
              </a:spcBef>
              <a:buClr>
                <a:schemeClr val="tx1"/>
              </a:buClr>
              <a:defRPr/>
            </a:pPr>
            <a:endParaRPr lang="es-ES_tradnl" altLang="ja-JP" dirty="0">
              <a:latin typeface="Avenir Book" panose="02000503020000020003"/>
              <a:ea typeface="MS PGothic" panose="020B0600070205080204" pitchFamily="34" charset="-128"/>
            </a:endParaRPr>
          </a:p>
          <a:p>
            <a:pPr lvl="1">
              <a:spcBef>
                <a:spcPct val="0"/>
              </a:spcBef>
              <a:buClr>
                <a:schemeClr val="tx1"/>
              </a:buClr>
              <a:defRPr/>
            </a:pPr>
            <a:endParaRPr lang="es-ES_tradnl" altLang="ja-JP" dirty="0">
              <a:latin typeface="Avenir Book" panose="02000503020000020003"/>
              <a:ea typeface="MS PGothic"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4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4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4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9782CF6C-42FB-4B49-9E67-26FB67BC3A52}"/>
              </a:ext>
            </a:extLst>
          </p:cNvPr>
          <p:cNvSpPr>
            <a:spLocks noGrp="1" noChangeArrowheads="1"/>
          </p:cNvSpPr>
          <p:nvPr>
            <p:ph type="title"/>
          </p:nvPr>
        </p:nvSpPr>
        <p:spPr>
          <a:xfrm>
            <a:off x="0" y="22225"/>
            <a:ext cx="9906000" cy="871538"/>
          </a:xfrm>
        </p:spPr>
        <p:txBody>
          <a:bodyPr>
            <a:noAutofit/>
          </a:bodyPr>
          <a:lstStyle/>
          <a:p>
            <a:pPr>
              <a:defRPr/>
            </a:pPr>
            <a:r>
              <a:rPr lang="es-ES_tradnl" sz="3600" kern="1200" dirty="0">
                <a:solidFill>
                  <a:srgbClr val="8EB4E3"/>
                </a:solidFill>
                <a:latin typeface="Avenir Book"/>
                <a:ea typeface="MS PGothic" panose="020B0600070205080204" pitchFamily="34" charset="-128"/>
                <a:cs typeface="Avenir Book"/>
              </a:rPr>
              <a:t>Conjuntos programáticos (5)</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
        <p:nvSpPr>
          <p:cNvPr id="163843" name="Rectangle 3">
            <a:extLst>
              <a:ext uri="{FF2B5EF4-FFF2-40B4-BE49-F238E27FC236}">
                <a16:creationId xmlns:a16="http://schemas.microsoft.com/office/drawing/2014/main" id="{0E6CB0E3-10BE-D546-AF30-1B6D6540C5A5}"/>
              </a:ext>
            </a:extLst>
          </p:cNvPr>
          <p:cNvSpPr>
            <a:spLocks noGrp="1" noChangeArrowheads="1"/>
          </p:cNvSpPr>
          <p:nvPr>
            <p:ph type="body" idx="1"/>
          </p:nvPr>
        </p:nvSpPr>
        <p:spPr>
          <a:xfrm>
            <a:off x="0" y="904266"/>
            <a:ext cx="9906000" cy="5953734"/>
          </a:xfrm>
        </p:spPr>
        <p:txBody>
          <a:bodyPr/>
          <a:lstStyle/>
          <a:p>
            <a:pPr marL="0" indent="0">
              <a:spcBef>
                <a:spcPct val="0"/>
              </a:spcBef>
              <a:buClr>
                <a:schemeClr val="tx1"/>
              </a:buClr>
              <a:buFontTx/>
              <a:buNone/>
              <a:defRPr/>
            </a:pPr>
            <a:r>
              <a:rPr lang="es-ES" altLang="en-US" kern="1200" dirty="0">
                <a:solidFill>
                  <a:srgbClr val="8EB4E3"/>
                </a:solidFill>
                <a:latin typeface="Avenir Book" panose="02000503020000020003"/>
                <a:ea typeface="MS PGothic" panose="020B0600070205080204" pitchFamily="34" charset="-128"/>
              </a:rPr>
              <a:t>Calidad de vida, trabajo y dignidad  humana</a:t>
            </a:r>
            <a:endParaRPr lang="en-US" altLang="en-US" kern="1200" dirty="0">
              <a:solidFill>
                <a:srgbClr val="8EB4E3"/>
              </a:solidFill>
              <a:latin typeface="Avenir Book" panose="02000503020000020003"/>
              <a:ea typeface="MS PGothic" panose="020B0600070205080204" pitchFamily="34" charset="-128"/>
            </a:endParaRP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Provisión universal de servicios de salud; mejora de condiciones de atención de la salud pública</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Acceso a la vivienda; planeamiento urbano</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Generación de puestos de trabajo bien remunerados, estables y con prestaciones sociales</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Apoyo a los trabajadores independientes (que generan su propio puesto de trabajo para ganarse la vida)</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Programas sociales de apoyo a quienes más lo necesitan</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Pensiones dignas y programas de apoyo para los adultos mayores</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Deportes y recreación para todas las edades</a:t>
            </a:r>
          </a:p>
          <a:p>
            <a:pPr marL="0" indent="0">
              <a:spcBef>
                <a:spcPct val="0"/>
              </a:spcBef>
              <a:buClr>
                <a:schemeClr val="tx1"/>
              </a:buClr>
              <a:buFontTx/>
              <a:buNone/>
              <a:defRPr/>
            </a:pP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r>
              <a:rPr lang="es-ES_tradnl" altLang="en-US" dirty="0">
                <a:solidFill>
                  <a:srgbClr val="558ED5"/>
                </a:solidFill>
                <a:latin typeface="Avenir Book" panose="02000503020000020003"/>
                <a:ea typeface="MS PGothic" panose="020B0600070205080204" pitchFamily="34" charset="-128"/>
              </a:rPr>
              <a:t>Vida digna y de calidad</a:t>
            </a:r>
            <a:endParaRPr lang="en-US"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r>
              <a:rPr lang="es-ES_tradnl" altLang="en-US" dirty="0">
                <a:solidFill>
                  <a:srgbClr val="558ED5"/>
                </a:solidFill>
                <a:latin typeface="Avenir Book" panose="02000503020000020003"/>
                <a:ea typeface="MS PGothic" panose="020B0600070205080204" pitchFamily="34" charset="-128"/>
              </a:rPr>
              <a:t>5. Justicia, honestidad y lucha anticorrupción </a:t>
            </a:r>
            <a:endParaRPr lang="en-US"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n-US"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ja-JP" i="1" dirty="0">
              <a:solidFill>
                <a:srgbClr val="558ED5"/>
              </a:solidFill>
              <a:latin typeface="Avenir Book" panose="02000503020000020003"/>
              <a:ea typeface="MS PGothic" panose="020B0600070205080204" pitchFamily="34" charset="-128"/>
            </a:endParaRPr>
          </a:p>
          <a:p>
            <a:pPr lvl="1">
              <a:spcBef>
                <a:spcPct val="0"/>
              </a:spcBef>
              <a:buClr>
                <a:schemeClr val="tx1"/>
              </a:buClr>
              <a:defRPr/>
            </a:pPr>
            <a:endParaRPr lang="es-ES_tradnl" altLang="ja-JP" dirty="0">
              <a:latin typeface="Avenir Book" panose="02000503020000020003"/>
              <a:ea typeface="MS PGothic" panose="020B0600070205080204" pitchFamily="34" charset="-128"/>
            </a:endParaRPr>
          </a:p>
          <a:p>
            <a:pPr lvl="1">
              <a:spcBef>
                <a:spcPct val="0"/>
              </a:spcBef>
              <a:buClr>
                <a:schemeClr val="tx1"/>
              </a:buClr>
              <a:defRPr/>
            </a:pPr>
            <a:endParaRPr lang="es-ES_tradnl" altLang="ja-JP" dirty="0">
              <a:latin typeface="Avenir Book" panose="02000503020000020003"/>
              <a:ea typeface="MS PGothic"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4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4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4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4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4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9782CF6C-42FB-4B49-9E67-26FB67BC3A52}"/>
              </a:ext>
            </a:extLst>
          </p:cNvPr>
          <p:cNvSpPr>
            <a:spLocks noGrp="1" noChangeArrowheads="1"/>
          </p:cNvSpPr>
          <p:nvPr>
            <p:ph type="title"/>
          </p:nvPr>
        </p:nvSpPr>
        <p:spPr>
          <a:xfrm>
            <a:off x="0" y="22225"/>
            <a:ext cx="9906000" cy="871538"/>
          </a:xfrm>
        </p:spPr>
        <p:txBody>
          <a:bodyPr>
            <a:noAutofit/>
          </a:bodyPr>
          <a:lstStyle/>
          <a:p>
            <a:pPr>
              <a:defRPr/>
            </a:pPr>
            <a:r>
              <a:rPr lang="es-ES_tradnl" sz="3600" kern="1200" dirty="0">
                <a:solidFill>
                  <a:srgbClr val="8EB4E3"/>
                </a:solidFill>
                <a:latin typeface="Avenir Book"/>
                <a:ea typeface="MS PGothic" panose="020B0600070205080204" pitchFamily="34" charset="-128"/>
                <a:cs typeface="Avenir Book"/>
              </a:rPr>
              <a:t>Conjuntos programáticos (6)</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
        <p:nvSpPr>
          <p:cNvPr id="163843" name="Rectangle 3">
            <a:extLst>
              <a:ext uri="{FF2B5EF4-FFF2-40B4-BE49-F238E27FC236}">
                <a16:creationId xmlns:a16="http://schemas.microsoft.com/office/drawing/2014/main" id="{0E6CB0E3-10BE-D546-AF30-1B6D6540C5A5}"/>
              </a:ext>
            </a:extLst>
          </p:cNvPr>
          <p:cNvSpPr>
            <a:spLocks noGrp="1" noChangeArrowheads="1"/>
          </p:cNvSpPr>
          <p:nvPr>
            <p:ph type="body" idx="1"/>
          </p:nvPr>
        </p:nvSpPr>
        <p:spPr>
          <a:xfrm>
            <a:off x="0" y="893763"/>
            <a:ext cx="9906000" cy="5964237"/>
          </a:xfrm>
        </p:spPr>
        <p:txBody>
          <a:bodyPr/>
          <a:lstStyle/>
          <a:p>
            <a:pPr marL="0" indent="0">
              <a:spcBef>
                <a:spcPct val="0"/>
              </a:spcBef>
              <a:buClr>
                <a:schemeClr val="tx1"/>
              </a:buClr>
              <a:buFontTx/>
              <a:buNone/>
              <a:defRPr/>
            </a:pPr>
            <a:r>
              <a:rPr lang="es-ES_tradnl" altLang="en-US" kern="1200" dirty="0">
                <a:solidFill>
                  <a:srgbClr val="8EB4E3"/>
                </a:solidFill>
                <a:latin typeface="Avenir Book" panose="02000503020000020003"/>
                <a:ea typeface="MS PGothic" panose="020B0600070205080204" pitchFamily="34" charset="-128"/>
              </a:rPr>
              <a:t>Justicia equitativa e integridad en el servicio público</a:t>
            </a:r>
            <a:endParaRPr lang="en-US" altLang="en-US" kern="1200" dirty="0">
              <a:solidFill>
                <a:srgbClr val="8EB4E3"/>
              </a:solidFill>
              <a:latin typeface="Avenir Book" panose="02000503020000020003"/>
              <a:ea typeface="MS PGothic" panose="020B0600070205080204" pitchFamily="34" charset="-128"/>
            </a:endParaRP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Reforma de las instituciones que administran justicia: acceso, equidad, celeridad, honestidad</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Mejoras en la formación, selección e incorporación de jueces y fiscales (Junta Nacional de Justicia)</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Generalización e internalización de normas anticorrupción en las actividades públicas en todo nivel</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Revisión de normas legales y eliminación de requisitos innecesarios y redundantes en todos los ámbitos de la administración pública</a:t>
            </a:r>
          </a:p>
          <a:p>
            <a:pPr marL="538163" indent="-249238">
              <a:spcBef>
                <a:spcPct val="0"/>
              </a:spcBef>
              <a:defRPr/>
            </a:pPr>
            <a:r>
              <a:rPr lang="es-ES_tradnl" altLang="en-US" sz="2800" dirty="0">
                <a:solidFill>
                  <a:srgbClr val="FFFFFF"/>
                </a:solidFill>
                <a:latin typeface="Avenir Book" panose="02000503020000020003"/>
                <a:ea typeface="MS PGothic" panose="020B0600070205080204" pitchFamily="34" charset="-128"/>
              </a:rPr>
              <a:t>Refuerzo y reestructuración de la Contraloría y focalización de sus intervenciones</a:t>
            </a:r>
          </a:p>
          <a:p>
            <a:pPr marL="538163" indent="-249238">
              <a:spcBef>
                <a:spcPct val="0"/>
              </a:spcBef>
              <a:defRPr/>
            </a:pPr>
            <a:r>
              <a:rPr lang="es-ES_tradnl" altLang="ja-JP" sz="2800" dirty="0">
                <a:solidFill>
                  <a:srgbClr val="FFFFFF"/>
                </a:solidFill>
                <a:latin typeface="Avenir Book" panose="02000503020000020003"/>
                <a:ea typeface="MS PGothic" panose="020B0600070205080204" pitchFamily="34" charset="-128"/>
              </a:rPr>
              <a:t>Ampliación de canales para recibir denuncias</a:t>
            </a:r>
            <a:endParaRPr lang="es-ES_tradnl" altLang="ja-JP" sz="2800" dirty="0">
              <a:latin typeface="Avenir Book" panose="02000503020000020003"/>
              <a:ea typeface="MS PGothic" panose="020B0600070205080204" pitchFamily="34" charset="-128"/>
            </a:endParaRPr>
          </a:p>
          <a:p>
            <a:pPr lvl="1">
              <a:spcBef>
                <a:spcPct val="0"/>
              </a:spcBef>
              <a:buClr>
                <a:schemeClr val="tx1"/>
              </a:buClr>
              <a:defRPr/>
            </a:pPr>
            <a:endParaRPr lang="es-ES_tradnl" altLang="ja-JP" dirty="0">
              <a:latin typeface="Avenir Book" panose="02000503020000020003"/>
              <a:ea typeface="MS PGothic"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4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4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4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E30C3DCE-051F-4049-AADC-D22F32392E60}"/>
              </a:ext>
            </a:extLst>
          </p:cNvPr>
          <p:cNvSpPr>
            <a:spLocks noGrp="1" noChangeArrowheads="1"/>
          </p:cNvSpPr>
          <p:nvPr>
            <p:ph type="title"/>
          </p:nvPr>
        </p:nvSpPr>
        <p:spPr>
          <a:xfrm>
            <a:off x="0" y="22225"/>
            <a:ext cx="9906000" cy="871538"/>
          </a:xfrm>
        </p:spPr>
        <p:txBody>
          <a:bodyPr>
            <a:noAutofit/>
          </a:bodyPr>
          <a:lstStyle/>
          <a:p>
            <a:pPr>
              <a:defRPr/>
            </a:pPr>
            <a:r>
              <a:rPr lang="es-ES_tradnl" sz="3600" kern="1200" dirty="0">
                <a:solidFill>
                  <a:srgbClr val="8EB4E3"/>
                </a:solidFill>
                <a:latin typeface="Avenir Book"/>
                <a:ea typeface="MS PGothic" panose="020B0600070205080204" pitchFamily="34" charset="-128"/>
                <a:cs typeface="Avenir Book"/>
              </a:rPr>
              <a:t>Conjuntos programáticos (7)</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
        <p:nvSpPr>
          <p:cNvPr id="163843" name="Rectangle 3">
            <a:extLst>
              <a:ext uri="{FF2B5EF4-FFF2-40B4-BE49-F238E27FC236}">
                <a16:creationId xmlns:a16="http://schemas.microsoft.com/office/drawing/2014/main" id="{6E37E6AD-D8C0-9241-9D68-35D3819336C8}"/>
              </a:ext>
            </a:extLst>
          </p:cNvPr>
          <p:cNvSpPr>
            <a:spLocks noGrp="1" noChangeArrowheads="1"/>
          </p:cNvSpPr>
          <p:nvPr>
            <p:ph type="body" idx="1"/>
          </p:nvPr>
        </p:nvSpPr>
        <p:spPr>
          <a:xfrm>
            <a:off x="0" y="893763"/>
            <a:ext cx="9906000" cy="5964237"/>
          </a:xfrm>
        </p:spPr>
        <p:txBody>
          <a:bodyPr/>
          <a:lstStyle/>
          <a:p>
            <a:pPr marL="0" indent="0">
              <a:spcBef>
                <a:spcPct val="0"/>
              </a:spcBef>
              <a:buClr>
                <a:schemeClr val="tx1"/>
              </a:buClr>
              <a:buFontTx/>
              <a:buNone/>
              <a:defRPr/>
            </a:pPr>
            <a:r>
              <a:rPr lang="es-ES_tradnl" altLang="en-US" kern="1200" dirty="0">
                <a:solidFill>
                  <a:srgbClr val="8EB4E3"/>
                </a:solidFill>
                <a:latin typeface="Avenir Book" panose="02000503020000020003"/>
                <a:ea typeface="MS PGothic" panose="020B0600070205080204" pitchFamily="34" charset="-128"/>
              </a:rPr>
              <a:t>Macroeconomía, recaudación fiscal y gasto público</a:t>
            </a:r>
          </a:p>
          <a:p>
            <a:pPr marL="588963" indent="-341313">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Estabilidad, predictibilidad y prudencia en el manejo de la economía (política monetaria, cambiaria, endeudamiento, comercial)</a:t>
            </a:r>
          </a:p>
          <a:p>
            <a:pPr marL="588963" indent="-341313">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Mejora de la recaudación tributaria, simplificación y ampliación de la base, equidad y eficiencia</a:t>
            </a:r>
          </a:p>
          <a:p>
            <a:pPr marL="588963" indent="-341313">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Eficacia y calidad de la inversión pública; racionalización del gasto público en todos sus niveles; innovación y uso de tecnologías de la información</a:t>
            </a:r>
          </a:p>
          <a:p>
            <a:pPr marL="588963" indent="-341313">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Consolidación y regulación del sistema financiero nacional; incentivos al ahorro</a:t>
            </a:r>
          </a:p>
          <a:p>
            <a:pPr marL="588963" indent="-341313">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Promoción de la inversión  privada nacional y extranjera</a:t>
            </a:r>
          </a:p>
          <a:p>
            <a:pPr marL="588963" indent="-341313">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Reformas institucionales (regulación, planeamiento, etc.)</a:t>
            </a:r>
          </a:p>
          <a:p>
            <a:pPr marL="588963" indent="-341313">
              <a:spcBef>
                <a:spcPct val="0"/>
              </a:spcBef>
              <a:defRPr/>
            </a:pPr>
            <a:endParaRPr lang="es-ES_tradnl" altLang="en-US" sz="2800" dirty="0">
              <a:solidFill>
                <a:schemeClr val="accent5">
                  <a:lumMod val="20000"/>
                  <a:lumOff val="80000"/>
                </a:schemeClr>
              </a:solidFill>
              <a:latin typeface="Avenir Book" panose="02000503020000020003"/>
              <a:ea typeface="MS PGothic" panose="020B0600070205080204" pitchFamily="34" charset="-128"/>
            </a:endParaRPr>
          </a:p>
          <a:p>
            <a:pPr marL="588963" indent="-341313">
              <a:spcBef>
                <a:spcPct val="0"/>
              </a:spcBef>
              <a:defRPr/>
            </a:pPr>
            <a:endParaRPr lang="es-ES_tradnl" altLang="en-US" sz="2800" dirty="0">
              <a:solidFill>
                <a:schemeClr val="accent5">
                  <a:lumMod val="20000"/>
                  <a:lumOff val="80000"/>
                </a:schemeClr>
              </a:solidFill>
              <a:latin typeface="Avenir Book" panose="02000503020000020003"/>
              <a:ea typeface="MS PGothic" panose="020B0600070205080204" pitchFamily="34" charset="-128"/>
            </a:endParaRPr>
          </a:p>
          <a:p>
            <a:pPr marL="588963" indent="-341313">
              <a:spcBef>
                <a:spcPct val="0"/>
              </a:spcBef>
              <a:defRPr/>
            </a:pPr>
            <a:endParaRPr lang="es-ES_tradnl" altLang="en-US" sz="2800" dirty="0">
              <a:solidFill>
                <a:schemeClr val="accent5">
                  <a:lumMod val="20000"/>
                  <a:lumOff val="80000"/>
                </a:schemeClr>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n-US"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n-US"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n-US"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ja-JP"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ja-JP"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ja-JP" dirty="0">
              <a:solidFill>
                <a:srgbClr val="558ED5"/>
              </a:solidFill>
              <a:latin typeface="Avenir Book" panose="02000503020000020003"/>
              <a:ea typeface="MS PGothic"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4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4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4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E30C3DCE-051F-4049-AADC-D22F32392E60}"/>
              </a:ext>
            </a:extLst>
          </p:cNvPr>
          <p:cNvSpPr>
            <a:spLocks noGrp="1" noChangeArrowheads="1"/>
          </p:cNvSpPr>
          <p:nvPr>
            <p:ph type="title"/>
          </p:nvPr>
        </p:nvSpPr>
        <p:spPr>
          <a:xfrm>
            <a:off x="-32147" y="-211354"/>
            <a:ext cx="9906000" cy="1102519"/>
          </a:xfrm>
        </p:spPr>
        <p:txBody>
          <a:bodyPr>
            <a:noAutofit/>
          </a:bodyPr>
          <a:lstStyle/>
          <a:p>
            <a:pPr>
              <a:defRPr/>
            </a:pPr>
            <a:r>
              <a:rPr lang="es-ES_tradnl" sz="3600" kern="1200" dirty="0">
                <a:solidFill>
                  <a:srgbClr val="8EB4E3"/>
                </a:solidFill>
                <a:latin typeface="Avenir Book"/>
                <a:ea typeface="MS PGothic" panose="020B0600070205080204" pitchFamily="34" charset="-128"/>
                <a:cs typeface="Avenir Book"/>
              </a:rPr>
              <a:t>Conjuntos programáticos (8)</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
        <p:nvSpPr>
          <p:cNvPr id="163843" name="Rectangle 3">
            <a:extLst>
              <a:ext uri="{FF2B5EF4-FFF2-40B4-BE49-F238E27FC236}">
                <a16:creationId xmlns:a16="http://schemas.microsoft.com/office/drawing/2014/main" id="{D3BB4D01-992F-3245-A076-BEF159E9AB6B}"/>
              </a:ext>
            </a:extLst>
          </p:cNvPr>
          <p:cNvSpPr>
            <a:spLocks noGrp="1" noChangeArrowheads="1"/>
          </p:cNvSpPr>
          <p:nvPr>
            <p:ph type="body" idx="1"/>
          </p:nvPr>
        </p:nvSpPr>
        <p:spPr>
          <a:xfrm>
            <a:off x="-3024" y="692696"/>
            <a:ext cx="9906000" cy="6165304"/>
          </a:xfrm>
        </p:spPr>
        <p:txBody>
          <a:bodyPr/>
          <a:lstStyle/>
          <a:p>
            <a:pPr marL="457200" lvl="1" indent="0">
              <a:spcBef>
                <a:spcPct val="0"/>
              </a:spcBef>
              <a:buNone/>
              <a:defRPr/>
            </a:pPr>
            <a:r>
              <a:rPr lang="es-ES_tradnl" altLang="en-US" sz="3200" kern="1200" dirty="0">
                <a:solidFill>
                  <a:srgbClr val="8EB4E3"/>
                </a:solidFill>
                <a:latin typeface="Avenir Book" panose="02000503020000020003"/>
                <a:ea typeface="MS PGothic" panose="020B0600070205080204" pitchFamily="34" charset="-128"/>
              </a:rPr>
              <a:t>Reforma del Estado</a:t>
            </a:r>
            <a:endParaRPr lang="es-ES_tradnl" altLang="en-US" sz="3200" dirty="0">
              <a:solidFill>
                <a:schemeClr val="accent5">
                  <a:lumMod val="20000"/>
                  <a:lumOff val="80000"/>
                </a:schemeClr>
              </a:solidFill>
              <a:latin typeface="Avenir Book" panose="02000503020000020003"/>
              <a:ea typeface="MS PGothic" panose="020B0600070205080204" pitchFamily="34" charset="-128"/>
            </a:endParaRPr>
          </a:p>
          <a:p>
            <a:pPr lvl="1">
              <a:spcBef>
                <a:spcPct val="0"/>
              </a:spcBef>
              <a:buFont typeface="Arial" panose="020B0604020202020204" pitchFamily="34" charset="0"/>
              <a:buChar char="•"/>
              <a:defRPr/>
            </a:pPr>
            <a:r>
              <a:rPr lang="es-ES_tradnl" altLang="en-US" dirty="0">
                <a:solidFill>
                  <a:schemeClr val="accent5">
                    <a:lumMod val="20000"/>
                    <a:lumOff val="80000"/>
                  </a:schemeClr>
                </a:solidFill>
                <a:latin typeface="Avenir Book" panose="02000503020000020003"/>
                <a:ea typeface="MS PGothic" panose="020B0600070205080204" pitchFamily="34" charset="-128"/>
              </a:rPr>
              <a:t>Restaurar equilibrio de poderes </a:t>
            </a:r>
            <a:r>
              <a:rPr lang="es-ES_tradnl" altLang="en-US" dirty="0">
                <a:solidFill>
                  <a:srgbClr val="FF0000"/>
                </a:solidFill>
                <a:latin typeface="Avenir Book" panose="02000503020000020003"/>
                <a:ea typeface="MS PGothic" panose="020B0600070205080204" pitchFamily="34" charset="-128"/>
              </a:rPr>
              <a:t>(revertir desastres del Congreso, con la anuencia del Ejecutivo)</a:t>
            </a:r>
          </a:p>
          <a:p>
            <a:pPr lvl="1">
              <a:spcBef>
                <a:spcPct val="0"/>
              </a:spcBef>
              <a:buFont typeface="Arial" panose="020B0604020202020204" pitchFamily="34" charset="0"/>
              <a:buChar char="•"/>
              <a:defRPr/>
            </a:pPr>
            <a:r>
              <a:rPr lang="es-ES_tradnl" altLang="en-US" dirty="0">
                <a:solidFill>
                  <a:schemeClr val="accent5">
                    <a:lumMod val="20000"/>
                    <a:lumOff val="80000"/>
                  </a:schemeClr>
                </a:solidFill>
                <a:latin typeface="Avenir Book" panose="02000503020000020003"/>
                <a:ea typeface="MS PGothic" panose="020B0600070205080204" pitchFamily="34" charset="-128"/>
              </a:rPr>
              <a:t>Reforma del Poder Ejecutivo; estructura ministerial, delimitación de competencias y atribuciones</a:t>
            </a:r>
          </a:p>
          <a:p>
            <a:pPr lvl="1">
              <a:spcBef>
                <a:spcPct val="0"/>
              </a:spcBef>
              <a:buFont typeface="Arial" panose="020B0604020202020204" pitchFamily="34" charset="0"/>
              <a:buChar char="•"/>
              <a:defRPr/>
            </a:pPr>
            <a:r>
              <a:rPr lang="es-ES_tradnl" altLang="en-US" dirty="0">
                <a:solidFill>
                  <a:schemeClr val="accent5">
                    <a:lumMod val="20000"/>
                    <a:lumOff val="80000"/>
                  </a:schemeClr>
                </a:solidFill>
                <a:latin typeface="Avenir Book" panose="02000503020000020003"/>
                <a:ea typeface="MS PGothic" panose="020B0600070205080204" pitchFamily="34" charset="-128"/>
              </a:rPr>
              <a:t>Servicio civil (SERVIR); carrera pública; niveles de responsabilidad en gestión; evaluación de desempeño</a:t>
            </a:r>
          </a:p>
          <a:p>
            <a:pPr lvl="1">
              <a:spcBef>
                <a:spcPct val="0"/>
              </a:spcBef>
              <a:buFont typeface="Arial" panose="020B0604020202020204" pitchFamily="34" charset="0"/>
              <a:buChar char="•"/>
              <a:defRPr/>
            </a:pPr>
            <a:r>
              <a:rPr lang="es-ES_tradnl" altLang="en-US" dirty="0">
                <a:solidFill>
                  <a:schemeClr val="accent5">
                    <a:lumMod val="20000"/>
                    <a:lumOff val="80000"/>
                  </a:schemeClr>
                </a:solidFill>
                <a:latin typeface="Avenir Book" panose="02000503020000020003"/>
                <a:ea typeface="MS PGothic" panose="020B0600070205080204" pitchFamily="34" charset="-128"/>
              </a:rPr>
              <a:t>Eliminación de trabas a la toma de decisiones en el sector público; mejoras y ajustes en la Contraloría</a:t>
            </a:r>
          </a:p>
          <a:p>
            <a:pPr lvl="1">
              <a:spcBef>
                <a:spcPct val="0"/>
              </a:spcBef>
              <a:buFont typeface="Arial" panose="020B0604020202020204" pitchFamily="34" charset="0"/>
              <a:buChar char="•"/>
              <a:defRPr/>
            </a:pPr>
            <a:r>
              <a:rPr lang="es-ES_tradnl" altLang="en-US" dirty="0">
                <a:solidFill>
                  <a:schemeClr val="accent5">
                    <a:lumMod val="20000"/>
                    <a:lumOff val="80000"/>
                  </a:schemeClr>
                </a:solidFill>
                <a:latin typeface="Avenir Book" panose="02000503020000020003"/>
                <a:ea typeface="MS PGothic" panose="020B0600070205080204" pitchFamily="34" charset="-128"/>
              </a:rPr>
              <a:t>Sistema de planeamiento estratégico y su vinculación con la asignación, evaluación y control del gasto público (inversión y gasto corriente)</a:t>
            </a:r>
          </a:p>
          <a:p>
            <a:pPr lvl="1">
              <a:spcBef>
                <a:spcPct val="0"/>
              </a:spcBef>
              <a:buFont typeface="Arial" panose="020B0604020202020204" pitchFamily="34" charset="0"/>
              <a:buChar char="•"/>
              <a:defRPr/>
            </a:pPr>
            <a:r>
              <a:rPr lang="es-ES_tradnl" altLang="en-US" dirty="0">
                <a:solidFill>
                  <a:schemeClr val="accent5">
                    <a:lumMod val="20000"/>
                    <a:lumOff val="80000"/>
                  </a:schemeClr>
                </a:solidFill>
                <a:latin typeface="Avenir Book" panose="02000503020000020003"/>
                <a:ea typeface="MS PGothic" panose="020B0600070205080204" pitchFamily="34" charset="-128"/>
              </a:rPr>
              <a:t>Descentralización funcional y mejoras en la regionalización; adecuación de competencias</a:t>
            </a:r>
            <a:endParaRPr lang="en-US" altLang="en-US" dirty="0">
              <a:solidFill>
                <a:schemeClr val="accent5">
                  <a:lumMod val="20000"/>
                  <a:lumOff val="80000"/>
                </a:schemeClr>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n-US"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n-US"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ja-JP"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ja-JP" dirty="0">
              <a:solidFill>
                <a:srgbClr val="558ED5"/>
              </a:solidFill>
              <a:latin typeface="Avenir Book" panose="02000503020000020003"/>
              <a:ea typeface="MS PGothic" panose="020B0600070205080204" pitchFamily="34" charset="-128"/>
            </a:endParaRPr>
          </a:p>
          <a:p>
            <a:pPr marL="0" indent="0">
              <a:spcBef>
                <a:spcPct val="0"/>
              </a:spcBef>
              <a:buClr>
                <a:schemeClr val="tx1"/>
              </a:buClr>
              <a:buNone/>
              <a:defRPr/>
            </a:pPr>
            <a:r>
              <a:rPr lang="es-ES_tradnl" altLang="en-US" kern="1200" dirty="0">
                <a:solidFill>
                  <a:srgbClr val="8EB4E3"/>
                </a:solidFill>
                <a:latin typeface="Avenir Book" panose="02000503020000020003"/>
                <a:ea typeface="MS PGothic" panose="020B0600070205080204" pitchFamily="34" charset="-128"/>
              </a:rPr>
              <a:t>Reforma del Estado, descentralización y gestión pública</a:t>
            </a:r>
          </a:p>
          <a:p>
            <a:pPr marL="0" indent="0">
              <a:spcBef>
                <a:spcPct val="0"/>
              </a:spcBef>
              <a:buClr>
                <a:schemeClr val="tx1"/>
              </a:buClr>
              <a:buFontTx/>
              <a:buNone/>
              <a:defRPr/>
            </a:pPr>
            <a:endParaRPr lang="es-ES_tradnl" altLang="ja-JP" dirty="0">
              <a:solidFill>
                <a:srgbClr val="558ED5"/>
              </a:solidFill>
              <a:latin typeface="Avenir Book" panose="02000503020000020003"/>
              <a:ea typeface="MS PGothic"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638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384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4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4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4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4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43">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8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4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2">
            <a:extLst>
              <a:ext uri="{FF2B5EF4-FFF2-40B4-BE49-F238E27FC236}">
                <a16:creationId xmlns:a16="http://schemas.microsoft.com/office/drawing/2014/main" id="{E30C3DCE-051F-4049-AADC-D22F32392E60}"/>
              </a:ext>
            </a:extLst>
          </p:cNvPr>
          <p:cNvSpPr>
            <a:spLocks noGrp="1" noChangeArrowheads="1"/>
          </p:cNvSpPr>
          <p:nvPr>
            <p:ph type="title"/>
          </p:nvPr>
        </p:nvSpPr>
        <p:spPr>
          <a:xfrm>
            <a:off x="0" y="22225"/>
            <a:ext cx="9906000" cy="871538"/>
          </a:xfrm>
        </p:spPr>
        <p:txBody>
          <a:bodyPr>
            <a:noAutofit/>
          </a:bodyPr>
          <a:lstStyle/>
          <a:p>
            <a:pPr>
              <a:defRPr/>
            </a:pPr>
            <a:r>
              <a:rPr lang="es-ES_tradnl" sz="3600" kern="1200" dirty="0">
                <a:solidFill>
                  <a:srgbClr val="8EB4E3"/>
                </a:solidFill>
                <a:latin typeface="Avenir Book"/>
                <a:ea typeface="MS PGothic" panose="020B0600070205080204" pitchFamily="34" charset="-128"/>
                <a:cs typeface="Avenir Book"/>
              </a:rPr>
              <a:t>Conjuntos programáticos (9)</a:t>
            </a:r>
            <a:endParaRPr lang="es-ES" sz="3600" dirty="0">
              <a:solidFill>
                <a:schemeClr val="bg2">
                  <a:lumMod val="40000"/>
                  <a:lumOff val="60000"/>
                </a:schemeClr>
              </a:solidFill>
              <a:latin typeface="Avenir Book"/>
              <a:ea typeface="MS PGothic" panose="020B0600070205080204" pitchFamily="34" charset="-128"/>
              <a:cs typeface="Avenir Book"/>
            </a:endParaRPr>
          </a:p>
        </p:txBody>
      </p:sp>
      <p:sp>
        <p:nvSpPr>
          <p:cNvPr id="163843" name="Rectangle 3">
            <a:extLst>
              <a:ext uri="{FF2B5EF4-FFF2-40B4-BE49-F238E27FC236}">
                <a16:creationId xmlns:a16="http://schemas.microsoft.com/office/drawing/2014/main" id="{15CFCF02-7081-F641-8C4F-EA5DCFA7AA90}"/>
              </a:ext>
            </a:extLst>
          </p:cNvPr>
          <p:cNvSpPr>
            <a:spLocks noGrp="1" noChangeArrowheads="1"/>
          </p:cNvSpPr>
          <p:nvPr>
            <p:ph type="body" idx="1"/>
          </p:nvPr>
        </p:nvSpPr>
        <p:spPr>
          <a:xfrm>
            <a:off x="0" y="981075"/>
            <a:ext cx="9906000" cy="5876925"/>
          </a:xfrm>
        </p:spPr>
        <p:txBody>
          <a:bodyPr/>
          <a:lstStyle/>
          <a:p>
            <a:pPr marL="0" indent="0">
              <a:spcBef>
                <a:spcPct val="0"/>
              </a:spcBef>
              <a:buClr>
                <a:schemeClr val="tx1"/>
              </a:buClr>
              <a:buFontTx/>
              <a:buNone/>
              <a:defRPr/>
            </a:pPr>
            <a:r>
              <a:rPr lang="es-ES_tradnl" altLang="en-US" kern="1200" dirty="0">
                <a:solidFill>
                  <a:srgbClr val="8EB4E3"/>
                </a:solidFill>
                <a:latin typeface="Avenir Book" panose="02000503020000020003"/>
                <a:ea typeface="MS PGothic" panose="020B0600070205080204" pitchFamily="34" charset="-128"/>
              </a:rPr>
              <a:t>Cultura, identidad y valores</a:t>
            </a:r>
          </a:p>
          <a:p>
            <a:pPr marL="536575" indent="-330200">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Identidad nacional pluralista, integrada y en continuo despliegue</a:t>
            </a:r>
          </a:p>
          <a:p>
            <a:pPr marL="536575" indent="-330200">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Narrativa compartida de nuestra historia, y visión de futuro</a:t>
            </a:r>
          </a:p>
          <a:p>
            <a:pPr marL="536575" indent="-330200">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Reivindicación y valorización de la diversidad cultural, étnica, social </a:t>
            </a:r>
          </a:p>
          <a:p>
            <a:pPr marL="536575" indent="-330200">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Promoción de las manifestaciones artísticas y culturales; incentivos a las industrias culturales</a:t>
            </a:r>
          </a:p>
          <a:p>
            <a:pPr marL="536575" indent="-330200">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Campañas de adopción y cumplimiento de valores democráticos y de convivencia armoniosa</a:t>
            </a:r>
          </a:p>
          <a:p>
            <a:pPr marL="536575" indent="-330200">
              <a:spcBef>
                <a:spcPct val="0"/>
              </a:spcBef>
              <a:defRPr/>
            </a:pPr>
            <a:r>
              <a:rPr lang="es-ES_tradnl" altLang="en-US" sz="2800" dirty="0">
                <a:solidFill>
                  <a:schemeClr val="accent5">
                    <a:lumMod val="20000"/>
                    <a:lumOff val="80000"/>
                  </a:schemeClr>
                </a:solidFill>
                <a:latin typeface="Avenir Book" panose="02000503020000020003"/>
                <a:ea typeface="MS PGothic" panose="020B0600070205080204" pitchFamily="34" charset="-128"/>
              </a:rPr>
              <a:t>Proyección internacional de las manifestaciones culturales del Perú</a:t>
            </a:r>
          </a:p>
          <a:p>
            <a:pPr marL="0" indent="0">
              <a:spcBef>
                <a:spcPct val="0"/>
              </a:spcBef>
              <a:buClr>
                <a:schemeClr val="tx1"/>
              </a:buClr>
              <a:buFontTx/>
              <a:buNone/>
              <a:defRPr/>
            </a:pPr>
            <a:endParaRPr lang="es-ES_tradnl" altLang="en-US"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ja-JP"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ja-JP" dirty="0">
              <a:solidFill>
                <a:srgbClr val="558ED5"/>
              </a:solidFill>
              <a:latin typeface="Avenir Book" panose="02000503020000020003"/>
              <a:ea typeface="MS PGothic" panose="020B0600070205080204" pitchFamily="34" charset="-128"/>
            </a:endParaRPr>
          </a:p>
          <a:p>
            <a:pPr marL="0" indent="0">
              <a:spcBef>
                <a:spcPct val="0"/>
              </a:spcBef>
              <a:buClr>
                <a:schemeClr val="tx1"/>
              </a:buClr>
              <a:buFontTx/>
              <a:buNone/>
              <a:defRPr/>
            </a:pPr>
            <a:endParaRPr lang="es-ES_tradnl" altLang="ja-JP" dirty="0">
              <a:solidFill>
                <a:srgbClr val="558ED5"/>
              </a:solidFill>
              <a:latin typeface="Avenir Book" panose="02000503020000020003"/>
              <a:ea typeface="MS PGothic" panose="020B0600070205080204" pitchFamily="34" charset="-128"/>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384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4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4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4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4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4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4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D425A993-AA71-4947-8954-6598F03DF42A}"/>
              </a:ext>
            </a:extLst>
          </p:cNvPr>
          <p:cNvSpPr>
            <a:spLocks noGrp="1" noChangeArrowheads="1"/>
          </p:cNvSpPr>
          <p:nvPr>
            <p:ph type="title"/>
          </p:nvPr>
        </p:nvSpPr>
        <p:spPr>
          <a:xfrm>
            <a:off x="0" y="0"/>
            <a:ext cx="9906000" cy="836712"/>
          </a:xfrm>
        </p:spPr>
        <p:txBody>
          <a:bodyPr rtlCol="0">
            <a:noAutofit/>
          </a:bodyPr>
          <a:lstStyle/>
          <a:p>
            <a:pPr eaLnBrk="1" hangingPunct="1">
              <a:defRPr/>
            </a:pPr>
            <a:r>
              <a:rPr lang="es-ES_tradnl" sz="3600" kern="1200" dirty="0">
                <a:solidFill>
                  <a:srgbClr val="8EB4E3"/>
                </a:solidFill>
                <a:latin typeface="Avenir Book"/>
                <a:ea typeface="MS PGothic" panose="020B0600070205080204" pitchFamily="34" charset="-128"/>
                <a:cs typeface="Avenir Book"/>
              </a:rPr>
              <a:t>Comentarios finales (1)</a:t>
            </a:r>
          </a:p>
        </p:txBody>
      </p:sp>
      <p:sp>
        <p:nvSpPr>
          <p:cNvPr id="7171" name="Rectangle 3">
            <a:extLst>
              <a:ext uri="{FF2B5EF4-FFF2-40B4-BE49-F238E27FC236}">
                <a16:creationId xmlns:a16="http://schemas.microsoft.com/office/drawing/2014/main" id="{7C202FFB-4CB4-9C48-B667-A20BF87FF778}"/>
              </a:ext>
            </a:extLst>
          </p:cNvPr>
          <p:cNvSpPr>
            <a:spLocks noGrp="1" noChangeArrowheads="1"/>
          </p:cNvSpPr>
          <p:nvPr>
            <p:ph type="body" idx="1"/>
          </p:nvPr>
        </p:nvSpPr>
        <p:spPr>
          <a:xfrm>
            <a:off x="-14014" y="692696"/>
            <a:ext cx="9906000" cy="6165304"/>
          </a:xfrm>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pPr marL="120650" indent="0">
              <a:spcBef>
                <a:spcPct val="0"/>
              </a:spcBef>
              <a:buFontTx/>
              <a:buNone/>
              <a:defRPr/>
            </a:pPr>
            <a:r>
              <a:rPr lang="es-ES_tradnl" kern="1200" dirty="0">
                <a:solidFill>
                  <a:srgbClr val="8EB4E3"/>
                </a:solidFill>
                <a:latin typeface="Avenir Book" panose="02000503020000020003"/>
                <a:ea typeface="MS PGothic" panose="020B0600070205080204" pitchFamily="34" charset="-128"/>
              </a:rPr>
              <a:t>Partido Morado: renovar la vida política</a:t>
            </a:r>
            <a:endParaRPr lang="es-ES_tradnl" altLang="en-US" kern="1200" dirty="0">
              <a:solidFill>
                <a:srgbClr val="8EB4E3"/>
              </a:solidFill>
              <a:latin typeface="Avenir Book" panose="02000503020000020003"/>
              <a:ea typeface="MS PGothic" panose="020B0600070205080204" pitchFamily="34" charset="-128"/>
            </a:endParaRPr>
          </a:p>
          <a:p>
            <a:pPr marL="530225" indent="-280988">
              <a:spcBef>
                <a:spcPct val="0"/>
              </a:spcBef>
              <a:buFont typeface="Times" pitchFamily="2" charset="0"/>
              <a:buChar char="•"/>
              <a:defRPr/>
            </a:pPr>
            <a:r>
              <a:rPr lang="es-ES_tradnl" altLang="en-US" sz="2800" dirty="0">
                <a:solidFill>
                  <a:srgbClr val="FFFFFF"/>
                </a:solidFill>
                <a:latin typeface="Avenir Book" panose="02000503020000020003"/>
                <a:ea typeface="MS PGothic" panose="020B0600070205080204" pitchFamily="34" charset="-128"/>
              </a:rPr>
              <a:t>Cumplir la </a:t>
            </a:r>
            <a:r>
              <a:rPr lang="es-ES_tradnl" altLang="en-US" sz="2800" kern="1200" dirty="0">
                <a:solidFill>
                  <a:srgbClr val="8EB4E3"/>
                </a:solidFill>
                <a:latin typeface="Avenir Book" panose="02000503020000020003"/>
                <a:ea typeface="MS PGothic" panose="020B0600070205080204" pitchFamily="34" charset="-128"/>
              </a:rPr>
              <a:t>promesa republicana </a:t>
            </a:r>
            <a:r>
              <a:rPr lang="es-ES_tradnl" altLang="en-US" sz="2800" dirty="0">
                <a:solidFill>
                  <a:srgbClr val="FFFFFF"/>
                </a:solidFill>
                <a:latin typeface="Avenir Book" panose="02000503020000020003"/>
                <a:ea typeface="MS PGothic" panose="020B0600070205080204" pitchFamily="34" charset="-128"/>
              </a:rPr>
              <a:t>de la vida peruana: “El precio de desentenderse de la política es el ser gobernado por los peores” (Platón)</a:t>
            </a:r>
          </a:p>
          <a:p>
            <a:pPr marL="530225" indent="-280988">
              <a:spcBef>
                <a:spcPct val="0"/>
              </a:spcBef>
              <a:buFont typeface="Times" pitchFamily="2" charset="0"/>
              <a:buChar char="•"/>
              <a:defRPr/>
            </a:pPr>
            <a:r>
              <a:rPr lang="es-ES_tradnl" altLang="en-US" sz="2800" kern="1200" dirty="0">
                <a:solidFill>
                  <a:srgbClr val="8EB4E3"/>
                </a:solidFill>
                <a:latin typeface="Avenir Book" panose="02000503020000020003"/>
                <a:ea typeface="MS PGothic" panose="020B0600070205080204" pitchFamily="34" charset="-128"/>
              </a:rPr>
              <a:t>Reconocer y corregir errores</a:t>
            </a:r>
            <a:r>
              <a:rPr lang="es-ES_tradnl" altLang="en-US" sz="2800" dirty="0">
                <a:solidFill>
                  <a:srgbClr val="FFFFFF"/>
                </a:solidFill>
                <a:latin typeface="Avenir Book" panose="02000503020000020003"/>
                <a:ea typeface="MS PGothic" panose="020B0600070205080204" pitchFamily="34" charset="-128"/>
              </a:rPr>
              <a:t>; superar limitaciones</a:t>
            </a:r>
          </a:p>
          <a:p>
            <a:pPr marL="530225" indent="-280988">
              <a:spcBef>
                <a:spcPct val="0"/>
              </a:spcBef>
              <a:buFont typeface="Times" pitchFamily="2" charset="0"/>
              <a:buChar char="•"/>
              <a:defRPr/>
            </a:pPr>
            <a:r>
              <a:rPr lang="es-ES_tradnl" altLang="en-US" sz="2800" dirty="0">
                <a:solidFill>
                  <a:srgbClr val="FFFFFF"/>
                </a:solidFill>
                <a:latin typeface="Avenir Book" panose="02000503020000020003"/>
                <a:ea typeface="MS PGothic" panose="020B0600070205080204" pitchFamily="34" charset="-128"/>
              </a:rPr>
              <a:t>Ser </a:t>
            </a:r>
            <a:r>
              <a:rPr lang="es-ES_tradnl" altLang="en-US" sz="2800" kern="1200" dirty="0">
                <a:solidFill>
                  <a:srgbClr val="8EB4E3"/>
                </a:solidFill>
                <a:latin typeface="Avenir Book" panose="02000503020000020003"/>
                <a:ea typeface="MS PGothic" panose="020B0600070205080204" pitchFamily="34" charset="-128"/>
              </a:rPr>
              <a:t>consecuentes</a:t>
            </a:r>
            <a:r>
              <a:rPr lang="es-ES_tradnl" altLang="en-US" sz="2800" kern="1200" dirty="0">
                <a:solidFill>
                  <a:srgbClr val="8EB4E3"/>
                </a:solidFill>
                <a:latin typeface="Avenir Book"/>
                <a:ea typeface="MS PGothic" panose="020B0600070205080204" pitchFamily="34" charset="-128"/>
                <a:cs typeface="Avenir Book"/>
              </a:rPr>
              <a:t> </a:t>
            </a:r>
            <a:r>
              <a:rPr lang="es-ES_tradnl" altLang="en-US" sz="2800" kern="1200" dirty="0">
                <a:solidFill>
                  <a:srgbClr val="FFFFFF"/>
                </a:solidFill>
                <a:latin typeface="Avenir Book"/>
                <a:ea typeface="MS PGothic" panose="020B0600070205080204" pitchFamily="34" charset="-128"/>
                <a:cs typeface="Avenir Book"/>
              </a:rPr>
              <a:t>y</a:t>
            </a:r>
            <a:r>
              <a:rPr lang="es-ES_tradnl" altLang="en-US" sz="2800" kern="1200" dirty="0">
                <a:solidFill>
                  <a:srgbClr val="8EB4E3"/>
                </a:solidFill>
                <a:latin typeface="Avenir Book"/>
                <a:ea typeface="MS PGothic" panose="020B0600070205080204" pitchFamily="34" charset="-128"/>
                <a:cs typeface="Avenir Book"/>
              </a:rPr>
              <a:t> </a:t>
            </a:r>
            <a:r>
              <a:rPr lang="es-ES_tradnl" altLang="en-US" sz="2800" kern="1200" dirty="0">
                <a:solidFill>
                  <a:srgbClr val="8EB4E3"/>
                </a:solidFill>
                <a:latin typeface="Avenir Book" panose="02000503020000020003"/>
                <a:ea typeface="MS PGothic" panose="020B0600070205080204" pitchFamily="34" charset="-128"/>
              </a:rPr>
              <a:t>leales</a:t>
            </a:r>
            <a:r>
              <a:rPr lang="es-ES_tradnl" altLang="en-US" sz="2800" dirty="0">
                <a:solidFill>
                  <a:srgbClr val="FFFFFF"/>
                </a:solidFill>
                <a:latin typeface="Avenir Book" panose="02000503020000020003"/>
                <a:ea typeface="MS PGothic" panose="020B0600070205080204" pitchFamily="34" charset="-128"/>
              </a:rPr>
              <a:t> con nosotros mismos, con nuestros compañeros y nuestros adversarios (no enemigos) políticos</a:t>
            </a:r>
          </a:p>
          <a:p>
            <a:pPr marL="530225" indent="-280988">
              <a:spcBef>
                <a:spcPct val="0"/>
              </a:spcBef>
              <a:buFont typeface="Times" pitchFamily="2" charset="0"/>
              <a:buChar char="•"/>
              <a:defRPr/>
            </a:pPr>
            <a:r>
              <a:rPr lang="es-ES_tradnl" altLang="en-US" sz="2800" dirty="0">
                <a:solidFill>
                  <a:srgbClr val="FFFFFF"/>
                </a:solidFill>
                <a:latin typeface="Avenir Book" panose="02000503020000020003"/>
                <a:ea typeface="MS PGothic" panose="020B0600070205080204" pitchFamily="34" charset="-128"/>
              </a:rPr>
              <a:t>El partido es el medio, no el fin: </a:t>
            </a:r>
            <a:r>
              <a:rPr lang="es-ES_tradnl" altLang="en-US" sz="2800" kern="1200" dirty="0">
                <a:solidFill>
                  <a:srgbClr val="8EB4E3"/>
                </a:solidFill>
                <a:latin typeface="Avenir Book" panose="02000503020000020003"/>
                <a:ea typeface="MS PGothic" panose="020B0600070205080204" pitchFamily="34" charset="-128"/>
              </a:rPr>
              <a:t>no servirse del partido</a:t>
            </a:r>
            <a:r>
              <a:rPr lang="es-ES_tradnl" altLang="en-US" sz="2800" dirty="0">
                <a:solidFill>
                  <a:srgbClr val="FFFFFF"/>
                </a:solidFill>
                <a:latin typeface="Avenir Book" panose="02000503020000020003"/>
                <a:ea typeface="MS PGothic" panose="020B0600070205080204" pitchFamily="34" charset="-128"/>
              </a:rPr>
              <a:t> sino militar en el partido para </a:t>
            </a:r>
            <a:r>
              <a:rPr lang="es-ES_tradnl" altLang="en-US" sz="2800" kern="1200" dirty="0">
                <a:solidFill>
                  <a:srgbClr val="8EB4E3"/>
                </a:solidFill>
                <a:latin typeface="Avenir Book" panose="02000503020000020003"/>
                <a:ea typeface="MS PGothic" panose="020B0600070205080204" pitchFamily="34" charset="-128"/>
              </a:rPr>
              <a:t>servir al país</a:t>
            </a:r>
          </a:p>
          <a:p>
            <a:pPr marL="530225" indent="-280988">
              <a:spcBef>
                <a:spcPct val="0"/>
              </a:spcBef>
              <a:buFont typeface="Times" pitchFamily="2" charset="0"/>
              <a:buChar char="•"/>
              <a:defRPr/>
            </a:pPr>
            <a:r>
              <a:rPr lang="es-ES_tradnl" altLang="en-US" sz="2800" dirty="0">
                <a:solidFill>
                  <a:srgbClr val="FFFFFF"/>
                </a:solidFill>
                <a:latin typeface="Avenir Book" panose="02000503020000020003"/>
                <a:ea typeface="MS PGothic" panose="020B0600070205080204" pitchFamily="34" charset="-128"/>
              </a:rPr>
              <a:t>Para lograr todo esto es necesario: </a:t>
            </a:r>
            <a:r>
              <a:rPr lang="es-ES_tradnl" altLang="en-US" sz="2800" kern="1200" dirty="0">
                <a:solidFill>
                  <a:srgbClr val="8EB4E3"/>
                </a:solidFill>
                <a:latin typeface="Avenir Book" panose="02000503020000020003"/>
                <a:ea typeface="MS PGothic" panose="020B0600070205080204" pitchFamily="34" charset="-128"/>
              </a:rPr>
              <a:t>abrir</a:t>
            </a:r>
            <a:r>
              <a:rPr lang="es-ES_tradnl" altLang="en-US" sz="2800" dirty="0">
                <a:solidFill>
                  <a:srgbClr val="FFFFFF"/>
                </a:solidFill>
                <a:latin typeface="Avenir Book" panose="02000503020000020003"/>
                <a:ea typeface="MS PGothic" panose="020B0600070205080204" pitchFamily="34" charset="-128"/>
              </a:rPr>
              <a:t> </a:t>
            </a:r>
            <a:r>
              <a:rPr lang="es-ES_tradnl" altLang="en-US" sz="2800" kern="1200" dirty="0">
                <a:solidFill>
                  <a:srgbClr val="8EB4E3"/>
                </a:solidFill>
                <a:latin typeface="Avenir Book" panose="02000503020000020003"/>
                <a:ea typeface="MS PGothic" panose="020B0600070205080204" pitchFamily="34" charset="-128"/>
              </a:rPr>
              <a:t>el partido a personas de buena voluntad, integridad y capacidad</a:t>
            </a:r>
            <a:r>
              <a:rPr lang="es-ES_tradnl" altLang="en-US" sz="2800" dirty="0">
                <a:solidFill>
                  <a:srgbClr val="FFFFFF"/>
                </a:solidFill>
                <a:latin typeface="Avenir Book" panose="02000503020000020003"/>
                <a:ea typeface="MS PGothic" panose="020B0600070205080204" pitchFamily="34" charset="-128"/>
              </a:rPr>
              <a:t> (especialmente reintegrando a quienes dejaron el partido), para l</a:t>
            </a:r>
            <a:r>
              <a:rPr lang="es-ES_tradnl" altLang="en-US" sz="2800" kern="1200" dirty="0">
                <a:solidFill>
                  <a:schemeClr val="bg2">
                    <a:lumMod val="20000"/>
                    <a:lumOff val="80000"/>
                  </a:schemeClr>
                </a:solidFill>
                <a:latin typeface="Avenir Book" panose="02000503020000020003"/>
                <a:ea typeface="MS PGothic" panose="020B0600070205080204" pitchFamily="34" charset="-128"/>
              </a:rPr>
              <a:t>uego </a:t>
            </a:r>
            <a:r>
              <a:rPr lang="es-ES_tradnl" altLang="en-US" sz="2800" kern="1200" dirty="0">
                <a:solidFill>
                  <a:srgbClr val="8EB4E3"/>
                </a:solidFill>
                <a:latin typeface="Avenir Book" panose="02000503020000020003"/>
                <a:ea typeface="MS PGothic" panose="020B0600070205080204" pitchFamily="34" charset="-128"/>
              </a:rPr>
              <a:t>renovar la dirigencia partidaria</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6EBD38-8445-BAE3-5576-98939ABEF7C2}"/>
            </a:ext>
          </a:extLst>
        </p:cNvPr>
        <p:cNvGrpSpPr/>
        <p:nvPr/>
      </p:nvGrpSpPr>
      <p:grpSpPr>
        <a:xfrm>
          <a:off x="0" y="0"/>
          <a:ext cx="0" cy="0"/>
          <a:chOff x="0" y="0"/>
          <a:chExt cx="0" cy="0"/>
        </a:xfrm>
      </p:grpSpPr>
      <p:sp>
        <p:nvSpPr>
          <p:cNvPr id="7170" name="Rectangle 2">
            <a:extLst>
              <a:ext uri="{FF2B5EF4-FFF2-40B4-BE49-F238E27FC236}">
                <a16:creationId xmlns:a16="http://schemas.microsoft.com/office/drawing/2014/main" id="{EC8DBA6F-170D-44B2-28AE-E7A951F29CDB}"/>
              </a:ext>
            </a:extLst>
          </p:cNvPr>
          <p:cNvSpPr>
            <a:spLocks noGrp="1" noChangeArrowheads="1"/>
          </p:cNvSpPr>
          <p:nvPr>
            <p:ph type="title"/>
          </p:nvPr>
        </p:nvSpPr>
        <p:spPr>
          <a:xfrm>
            <a:off x="0" y="0"/>
            <a:ext cx="9906000" cy="1052736"/>
          </a:xfrm>
        </p:spPr>
        <p:txBody>
          <a:bodyPr rtlCol="0">
            <a:noAutofit/>
          </a:bodyPr>
          <a:lstStyle/>
          <a:p>
            <a:pPr eaLnBrk="1" hangingPunct="1">
              <a:defRPr/>
            </a:pPr>
            <a:r>
              <a:rPr lang="es-ES_tradnl" sz="3600" kern="1200">
                <a:solidFill>
                  <a:srgbClr val="8EB4E3"/>
                </a:solidFill>
                <a:latin typeface="Avenir Book"/>
                <a:ea typeface="MS PGothic" panose="020B0600070205080204" pitchFamily="34" charset="-128"/>
                <a:cs typeface="Avenir Book"/>
              </a:rPr>
              <a:t>Comentarios finales (2)</a:t>
            </a:r>
            <a:endParaRPr lang="es-ES_tradnl" sz="3600" kern="1200" dirty="0">
              <a:solidFill>
                <a:srgbClr val="8EB4E3"/>
              </a:solidFill>
              <a:latin typeface="Avenir Book"/>
              <a:ea typeface="MS PGothic" panose="020B0600070205080204" pitchFamily="34" charset="-128"/>
              <a:cs typeface="Avenir Book"/>
            </a:endParaRPr>
          </a:p>
        </p:txBody>
      </p:sp>
      <p:sp>
        <p:nvSpPr>
          <p:cNvPr id="7171" name="Rectangle 3">
            <a:extLst>
              <a:ext uri="{FF2B5EF4-FFF2-40B4-BE49-F238E27FC236}">
                <a16:creationId xmlns:a16="http://schemas.microsoft.com/office/drawing/2014/main" id="{D0267CB7-8640-7172-9563-EA2BD667DFD0}"/>
              </a:ext>
            </a:extLst>
          </p:cNvPr>
          <p:cNvSpPr>
            <a:spLocks noGrp="1" noChangeArrowheads="1"/>
          </p:cNvSpPr>
          <p:nvPr>
            <p:ph type="body" idx="1"/>
          </p:nvPr>
        </p:nvSpPr>
        <p:spPr>
          <a:xfrm>
            <a:off x="0" y="1052736"/>
            <a:ext cx="9906000" cy="5805264"/>
          </a:xfrm>
          <a:extLst>
            <a:ext uri="{91240B29-F687-4F45-9708-019B960494DF}">
              <a14:hiddenLine xmlns:a14="http://schemas.microsoft.com/office/drawing/2010/main" w="9525" cap="flat" cmpd="sng">
                <a:solidFill>
                  <a:schemeClr val="tx1"/>
                </a:solidFill>
                <a:prstDash val="solid"/>
                <a:miter lim="800000"/>
                <a:headEnd/>
                <a:tailEn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txBody>
          <a:bodyPr/>
          <a:lstStyle/>
          <a:p>
            <a:pPr marL="577850" indent="-457200">
              <a:spcBef>
                <a:spcPct val="0"/>
              </a:spcBef>
              <a:defRPr/>
            </a:pPr>
            <a:r>
              <a:rPr lang="es-ES_tradnl" altLang="en-US" dirty="0">
                <a:solidFill>
                  <a:srgbClr val="FFFFFF"/>
                </a:solidFill>
                <a:latin typeface="Avenir Book" panose="02000503020000020003"/>
                <a:ea typeface="MS PGothic" panose="020B0600070205080204" pitchFamily="34" charset="-128"/>
              </a:rPr>
              <a:t>Es fundamental concertar con otros partidos y movimientos políticos, organizaciones de la sociedad civil, gremios empresariales y trabajadores, jóvenes y estudiantes, entidades religiosas, instituciones académicas, dirigentes regionales y de base en todo el país para </a:t>
            </a:r>
            <a:r>
              <a:rPr lang="es-ES_tradnl" altLang="en-US" kern="1200" dirty="0">
                <a:solidFill>
                  <a:srgbClr val="8EB4E3"/>
                </a:solidFill>
                <a:latin typeface="Avenir Book" panose="02000503020000020003"/>
                <a:ea typeface="MS PGothic" panose="020B0600070205080204" pitchFamily="34" charset="-128"/>
              </a:rPr>
              <a:t>revertir la destrucción de la democracia, devolvernos la seguridad y construir oportunidades para todos y todas </a:t>
            </a:r>
            <a:endParaRPr lang="es-ES_tradnl" altLang="en-US" dirty="0">
              <a:solidFill>
                <a:srgbClr val="FF0000"/>
              </a:solidFill>
              <a:latin typeface="Avenir Book" panose="02000503020000020003"/>
              <a:ea typeface="MS PGothic" panose="020B0600070205080204" pitchFamily="34" charset="-128"/>
            </a:endParaRPr>
          </a:p>
          <a:p>
            <a:pPr marL="120650" indent="0" algn="ctr">
              <a:spcBef>
                <a:spcPct val="0"/>
              </a:spcBef>
              <a:buNone/>
              <a:tabLst>
                <a:tab pos="3063875" algn="l"/>
              </a:tabLst>
              <a:defRPr/>
            </a:pPr>
            <a:r>
              <a:rPr lang="es-ES_tradnl" altLang="en-US" dirty="0">
                <a:solidFill>
                  <a:srgbClr val="FF0000"/>
                </a:solidFill>
                <a:latin typeface="Avenir Book" panose="02000503020000020003"/>
                <a:ea typeface="MS PGothic" panose="020B0600070205080204" pitchFamily="34" charset="-128"/>
              </a:rPr>
              <a:t>Demostramos que es posible hacerlo durante el breve Gobierno de Transición y Emergencia</a:t>
            </a:r>
          </a:p>
        </p:txBody>
      </p:sp>
    </p:spTree>
    <p:extLst>
      <p:ext uri="{BB962C8B-B14F-4D97-AF65-F5344CB8AC3E}">
        <p14:creationId xmlns:p14="http://schemas.microsoft.com/office/powerpoint/2010/main" val="264060464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9737E823-7198-3045-8442-F42DE2913E5E}"/>
              </a:ext>
            </a:extLst>
          </p:cNvPr>
          <p:cNvSpPr>
            <a:spLocks noGrp="1" noChangeArrowheads="1"/>
          </p:cNvSpPr>
          <p:nvPr>
            <p:ph type="title"/>
          </p:nvPr>
        </p:nvSpPr>
        <p:spPr>
          <a:xfrm>
            <a:off x="0" y="2852936"/>
            <a:ext cx="9906000" cy="836712"/>
          </a:xfrm>
        </p:spPr>
        <p:txBody>
          <a:bodyPr rtlCol="0">
            <a:noAutofit/>
          </a:bodyPr>
          <a:lstStyle/>
          <a:p>
            <a:pPr eaLnBrk="1" hangingPunct="1">
              <a:defRPr/>
            </a:pPr>
            <a:r>
              <a:rPr lang="en-US" kern="1200" dirty="0" err="1">
                <a:solidFill>
                  <a:srgbClr val="8EB4E3"/>
                </a:solidFill>
                <a:latin typeface="Avenir Book"/>
                <a:ea typeface="MS PGothic" panose="020B0600070205080204" pitchFamily="34" charset="-128"/>
                <a:cs typeface="Avenir Book"/>
              </a:rPr>
              <a:t>Muchas</a:t>
            </a:r>
            <a:r>
              <a:rPr lang="en-US" kern="1200" dirty="0">
                <a:solidFill>
                  <a:srgbClr val="8EB4E3"/>
                </a:solidFill>
                <a:latin typeface="Avenir Book"/>
                <a:ea typeface="MS PGothic" panose="020B0600070205080204" pitchFamily="34" charset="-128"/>
                <a:cs typeface="Avenir Book"/>
              </a:rPr>
              <a:t> gracias</a:t>
            </a:r>
          </a:p>
        </p:txBody>
      </p:sp>
    </p:spTree>
  </p:cSld>
  <p:clrMapOvr>
    <a:masterClrMapping/>
  </p:clrMapOvr>
  <p:transition/>
</p:sld>
</file>

<file path=ppt/theme/theme1.xml><?xml version="1.0" encoding="utf-8"?>
<a:theme xmlns:a="http://schemas.openxmlformats.org/drawingml/2006/main" name="MOD 1   nov17preliminar">
  <a:themeElements>
    <a:clrScheme name="">
      <a:dk1>
        <a:srgbClr val="000000"/>
      </a:dk1>
      <a:lt1>
        <a:srgbClr val="FFFF00"/>
      </a:lt1>
      <a:dk2>
        <a:srgbClr val="000000"/>
      </a:dk2>
      <a:lt2>
        <a:srgbClr val="808080"/>
      </a:lt2>
      <a:accent1>
        <a:srgbClr val="00CC99"/>
      </a:accent1>
      <a:accent2>
        <a:srgbClr val="3333CC"/>
      </a:accent2>
      <a:accent3>
        <a:srgbClr val="FFFFAA"/>
      </a:accent3>
      <a:accent4>
        <a:srgbClr val="000000"/>
      </a:accent4>
      <a:accent5>
        <a:srgbClr val="AAE2CA"/>
      </a:accent5>
      <a:accent6>
        <a:srgbClr val="2D2DB9"/>
      </a:accent6>
      <a:hlink>
        <a:srgbClr val="CCCCFF"/>
      </a:hlink>
      <a:folHlink>
        <a:srgbClr val="B2B2B2"/>
      </a:folHlink>
    </a:clrScheme>
    <a:fontScheme name="MOD 1   nov17preliminar">
      <a:majorFont>
        <a:latin typeface="Times New Roman"/>
        <a:ea typeface="ＭＳ Ｐゴシック"/>
        <a:cs typeface=""/>
      </a:majorFont>
      <a:minorFont>
        <a:latin typeface="Times New Roman"/>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s-ES_tradnl" sz="2400" b="0" i="0" u="none" strike="noStrike" cap="none" normalizeH="0" baseline="0">
            <a:ln>
              <a:noFill/>
            </a:ln>
            <a:solidFill>
              <a:schemeClr val="tx1"/>
            </a:solidFill>
            <a:effectLst/>
            <a:latin typeface="Times"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s-ES_tradnl" sz="2400" b="0" i="0" u="none" strike="noStrike" cap="none" normalizeH="0" baseline="0">
            <a:ln>
              <a:noFill/>
            </a:ln>
            <a:solidFill>
              <a:schemeClr val="tx1"/>
            </a:solidFill>
            <a:effectLst/>
            <a:latin typeface="Times" charset="0"/>
            <a:ea typeface="ＭＳ Ｐゴシック" charset="0"/>
          </a:defRPr>
        </a:defPPr>
      </a:lstStyle>
    </a:lnDef>
  </a:objectDefaults>
  <a:extraClrSchemeLst>
    <a:extraClrScheme>
      <a:clrScheme name="MOD 1   nov17preliminar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MOD 1   nov17preliminar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MOD 1   nov17preliminar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MOD 1   nov17preliminar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MOD 1   nov17preliminar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MOD 1   nov17preliminar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MOD 1   nov17preliminar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AAFSHardDisk :Users:francisc:Desktop:Planeamiento Estratégico #5AD82:MOD 1   nov17preliminar.ppt</Template>
  <TotalTime>9948</TotalTime>
  <Words>2707</Words>
  <Application>Microsoft Macintosh PowerPoint</Application>
  <PresentationFormat>A4 Paper (210x297 mm)</PresentationFormat>
  <Paragraphs>313</Paragraphs>
  <Slides>32</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Avenir Book</vt:lpstr>
      <vt:lpstr>Times</vt:lpstr>
      <vt:lpstr>Times New Roman</vt:lpstr>
      <vt:lpstr>MOD 1   nov17preliminar</vt:lpstr>
      <vt:lpstr>   Partido Morado: Ideario, Republicanismo, Estilo de Gobierno, Estrategia Programática y Agenda Pendiente   </vt:lpstr>
      <vt:lpstr>PowerPoint Presentation</vt:lpstr>
      <vt:lpstr>Estructura de la presentación</vt:lpstr>
      <vt:lpstr>Partido Morado: Desafíos y oportunidades (1)</vt:lpstr>
      <vt:lpstr>Partido Morado: Desafíos y oportunidades (2)</vt:lpstr>
      <vt:lpstr>Republicanismo Morado: Pilares y principios</vt:lpstr>
      <vt:lpstr>Republicanismo Morado: Pilares (1)</vt:lpstr>
      <vt:lpstr>Republicanismo Morado: Pilares (2)</vt:lpstr>
      <vt:lpstr>Republicanismo Morado: Principios (1)</vt:lpstr>
      <vt:lpstr>Republicanismo Morado: Principios (2)</vt:lpstr>
      <vt:lpstr>PowerPoint Presentation</vt:lpstr>
      <vt:lpstr>Republicanismo Morado: Liderazgo y poder</vt:lpstr>
      <vt:lpstr>PowerPoint Presentation</vt:lpstr>
      <vt:lpstr>PowerPoint Presentation</vt:lpstr>
      <vt:lpstr>Actores sociales (1)</vt:lpstr>
      <vt:lpstr>PowerPoint Presentation</vt:lpstr>
      <vt:lpstr>PowerPoint Presentation</vt:lpstr>
      <vt:lpstr> Republicanismo Morado: enfoque de gobierno </vt:lpstr>
      <vt:lpstr>Republicanismo Morado: recursos de poder</vt:lpstr>
      <vt:lpstr>Partido Morado: estrategia programática</vt:lpstr>
      <vt:lpstr>Conjuntos programáticos (1)</vt:lpstr>
      <vt:lpstr>Conjuntos programáticos (2)</vt:lpstr>
      <vt:lpstr>Conjuntos programáticos (3)</vt:lpstr>
      <vt:lpstr>Conjuntos programáticos (4)</vt:lpstr>
      <vt:lpstr>Conjuntos programáticos (5)</vt:lpstr>
      <vt:lpstr>Conjuntos programáticos (6)</vt:lpstr>
      <vt:lpstr>Conjuntos programáticos (7)</vt:lpstr>
      <vt:lpstr>Conjuntos programáticos (8)</vt:lpstr>
      <vt:lpstr>Conjuntos programáticos (9)</vt:lpstr>
      <vt:lpstr>Comentarios finales (1)</vt:lpstr>
      <vt:lpstr>Comentarios finales (2)</vt:lpstr>
      <vt:lpstr>Muchas gracias</vt:lpstr>
    </vt:vector>
  </TitlesOfParts>
  <Company>͡炐Â㫤</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 Orden Global Fracturado</dc:title>
  <dc:creator>Ophelimos X</dc:creator>
  <cp:lastModifiedBy>Francisco Sagasti</cp:lastModifiedBy>
  <cp:revision>460</cp:revision>
  <cp:lastPrinted>2019-08-12T15:03:21Z</cp:lastPrinted>
  <dcterms:created xsi:type="dcterms:W3CDTF">2004-04-02T20:52:32Z</dcterms:created>
  <dcterms:modified xsi:type="dcterms:W3CDTF">2024-10-19T14:18:11Z</dcterms:modified>
</cp:coreProperties>
</file>